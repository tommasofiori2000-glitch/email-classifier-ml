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82" r:id="rId4"/>
    <p:sldId id="283" r:id="rId5"/>
    <p:sldId id="259" r:id="rId6"/>
    <p:sldId id="260" r:id="rId7"/>
    <p:sldId id="266" r:id="rId8"/>
    <p:sldId id="267" r:id="rId9"/>
    <p:sldId id="281" r:id="rId10"/>
    <p:sldId id="269" r:id="rId11"/>
    <p:sldId id="275" r:id="rId12"/>
    <p:sldId id="268" r:id="rId13"/>
    <p:sldId id="274" r:id="rId14"/>
    <p:sldId id="270" r:id="rId15"/>
    <p:sldId id="276" r:id="rId16"/>
    <p:sldId id="272" r:id="rId17"/>
    <p:sldId id="271" r:id="rId18"/>
    <p:sldId id="277" r:id="rId19"/>
    <p:sldId id="279" r:id="rId20"/>
    <p:sldId id="278" r:id="rId21"/>
    <p:sldId id="280" r:id="rId22"/>
    <p:sldId id="284" r:id="rId23"/>
    <p:sldId id="264" r:id="rId2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982B"/>
    <a:srgbClr val="FFCC66"/>
    <a:srgbClr val="2D8E87"/>
    <a:srgbClr val="FFFF66"/>
    <a:srgbClr val="CC99FF"/>
    <a:srgbClr val="CC3300"/>
    <a:srgbClr val="339966"/>
    <a:srgbClr val="5B447C"/>
    <a:srgbClr val="DD8B00"/>
    <a:srgbClr val="654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Stile con tema 1 - Color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ED4A71-F418-4F95-A510-5FF008E5F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879DB08-CB49-4C92-B02D-FC99789D9A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B73A761-0A97-4EF1-9BB1-C0EC694F0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A50A3-019D-4A64-BE22-C79716D79A11}" type="datetimeFigureOut">
              <a:rPr lang="it-IT" smtClean="0"/>
              <a:t>07/02/2024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E5DD6FE-CEE6-4508-9158-75FE01BF1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16EA16-E723-430B-B0D3-EBB73C38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3D6A8-1955-4D78-B70C-A57004FEF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0326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29D3EF-FA4C-4447-9AC8-6368C78C8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A651265-EC9A-4293-BEB3-E1602805A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6D3D0A7-F0C9-4298-A603-28219EE14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A50A3-019D-4A64-BE22-C79716D79A11}" type="datetimeFigureOut">
              <a:rPr lang="it-IT" smtClean="0"/>
              <a:t>07/02/2024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4E4508-D94B-4AB0-9A64-040A2BC58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6A97F8A-2330-4F3F-B5F8-E2405B06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3D6A8-1955-4D78-B70C-A57004FEF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963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911CA1-8E59-42AF-B323-250C28FC1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D85D89A-76AE-4B81-8885-3D74A3F94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3DEF5F-2688-482B-8D34-DAA17D7A7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A50A3-019D-4A64-BE22-C79716D79A11}" type="datetimeFigureOut">
              <a:rPr lang="it-IT" smtClean="0"/>
              <a:t>07/02/2024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9F803B1-0561-4552-A265-1073A19BC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4A3374D-005A-4715-8011-D37638D1F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3D6A8-1955-4D78-B70C-A57004FEF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992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3A653A-C7F0-4CCF-9176-3C31E6540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C918E2B-7500-4B12-A404-4D4DABCE58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12B104-72AB-4BEE-BC86-DB26F57A6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1AAF564-330E-4BC5-A03F-C3EB98EC2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A50A3-019D-4A64-BE22-C79716D79A11}" type="datetimeFigureOut">
              <a:rPr lang="it-IT" smtClean="0"/>
              <a:t>07/02/2024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2250AD0-679A-48E0-9B96-AD784F93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07C9D16-A981-4445-8CFF-B5F50CEE1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3D6A8-1955-4D78-B70C-A57004FEF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0662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25DF25-211A-4975-9994-31C4481EA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D69053F-2311-415C-BDD9-6A7830FD9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5F0641D-DF6B-4AF5-8BAE-E10D0AEEC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58FAF01-F684-4A8A-B06D-87A7B38DA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FCCB8E6-EB9D-4B0D-8A6F-0D05066706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835034F-59DC-474C-8178-0F55C4E24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A50A3-019D-4A64-BE22-C79716D79A11}" type="datetimeFigureOut">
              <a:rPr lang="it-IT" smtClean="0"/>
              <a:t>07/02/2024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CDA9267-2BA3-4129-B040-FEA6ED2B4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F0F5FA7-A1C1-42C4-B743-1CE1382C6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3D6A8-1955-4D78-B70C-A57004FEF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4340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32F380-F13F-4559-AA20-594E118BF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88E1C27-BA84-4C3A-83BA-3FD95BE24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A50A3-019D-4A64-BE22-C79716D79A11}" type="datetimeFigureOut">
              <a:rPr lang="it-IT" smtClean="0"/>
              <a:t>07/02/2024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955FC53-FB6E-44CC-A812-7EA4E61AC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167FCD0-F66B-4955-B5B2-11F99D125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3D6A8-1955-4D78-B70C-A57004FEF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1446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F3C50F5-559F-4883-9A5C-D9915678E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A50A3-019D-4A64-BE22-C79716D79A11}" type="datetimeFigureOut">
              <a:rPr lang="it-IT" smtClean="0"/>
              <a:t>07/02/2024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7CB47A7-AFD9-4C2B-AA39-77B4F8192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DA017DE-6ACA-4B67-9E42-29A5B9AC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3D6A8-1955-4D78-B70C-A57004FEF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6136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09E6C8-3695-48AE-A417-E6CB94E4D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01F449-2567-4272-B7A5-2F01A21E1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D762B55-A0B8-4422-A85C-8FD5A18B5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988F4C5-44AE-48C2-92DD-2B77D0719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A50A3-019D-4A64-BE22-C79716D79A11}" type="datetimeFigureOut">
              <a:rPr lang="it-IT" smtClean="0"/>
              <a:t>07/02/2024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40F6D73-41DA-4C46-9C91-092ADCCFB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FB238E0-0DB4-4966-91B4-E1F4433A0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3D6A8-1955-4D78-B70C-A57004FEF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8309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E4D186-CA4C-4BF3-86DD-95BDE2FFC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9C963AE-9532-458E-9B63-341780061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585EC28-6D2A-470C-BEE8-900CE6695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C10BFC2-12DA-477F-8D13-EA2D0E566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A50A3-019D-4A64-BE22-C79716D79A11}" type="datetimeFigureOut">
              <a:rPr lang="it-IT" smtClean="0"/>
              <a:t>07/02/2024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4330615-344E-4845-96D8-D212824B2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6869811-EF75-4008-8675-4109A8E8C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3D6A8-1955-4D78-B70C-A57004FEF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2639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5FB62F-FC77-4302-BCEF-8D6C1D5E6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7EBE223-C493-4C87-85F3-180F23B6F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9108A04-CE98-4945-AACC-3BD953D8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A50A3-019D-4A64-BE22-C79716D79A11}" type="datetimeFigureOut">
              <a:rPr lang="it-IT" smtClean="0"/>
              <a:t>07/02/2024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A8304E8-AAE5-481A-8467-15CC9837C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30479A-E863-4D35-AEB0-E48FBC1F4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3D6A8-1955-4D78-B70C-A57004FEF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1416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9A989B5-5E01-4B76-9E7C-6CC1633A4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AACCB76-5B4D-459A-9BB4-B4292B6D31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AF4F47D-196C-408B-AC9A-FD429810B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A50A3-019D-4A64-BE22-C79716D79A11}" type="datetimeFigureOut">
              <a:rPr lang="it-IT" smtClean="0"/>
              <a:t>07/02/2024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9944CD-628B-4EBC-8185-AE42DC2F0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9B8B1C0-8FA9-4AEA-8C4F-7D209FB98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3D6A8-1955-4D78-B70C-A57004FEF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2981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309D702-150C-496D-8325-E2E3A37CA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0FDDC83-DB43-4AA1-A6C2-3653A6BF2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A97C4D-3E28-4620-A330-A4888E7293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A50A3-019D-4A64-BE22-C79716D79A11}" type="datetimeFigureOut">
              <a:rPr lang="it-IT" smtClean="0"/>
              <a:t>07/02/2024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9B0F9A7-70EE-4872-810B-F37C096904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2F538D2-2AB3-4D98-A71C-74D8E3329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3D6A8-1955-4D78-B70C-A57004FEFB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5830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12.png"/><Relationship Id="rId4" Type="http://schemas.openxmlformats.org/officeDocument/2006/relationships/image" Target="../media/image8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24DE6B0A-CCE1-4518-80A5-AD997BD93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5045"/>
            <a:ext cx="9144000" cy="4452730"/>
          </a:xfrm>
        </p:spPr>
        <p:txBody>
          <a:bodyPr>
            <a:normAutofit/>
          </a:bodyPr>
          <a:lstStyle/>
          <a:p>
            <a:endParaRPr lang="it-IT" b="1" dirty="0">
              <a:solidFill>
                <a:srgbClr val="002060"/>
              </a:solidFill>
            </a:endParaRPr>
          </a:p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ALMA MATER STUDIORUM – UNIVERSITÀ DI BOLOGNA </a:t>
            </a:r>
          </a:p>
          <a:p>
            <a:endParaRPr lang="it-IT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for Machine Learning Systems For </a:t>
            </a:r>
          </a:p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</a:p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F92BDE9D-E89C-4DB2-983E-DDAB3A4E0E97}"/>
              </a:ext>
            </a:extLst>
          </p:cNvPr>
          <p:cNvCxnSpPr/>
          <p:nvPr/>
        </p:nvCxnSpPr>
        <p:spPr>
          <a:xfrm>
            <a:off x="940904" y="1364974"/>
            <a:ext cx="100981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853191E-6FCB-4106-B4B7-D13DD437F779}"/>
              </a:ext>
            </a:extLst>
          </p:cNvPr>
          <p:cNvSpPr txBox="1"/>
          <p:nvPr/>
        </p:nvSpPr>
        <p:spPr>
          <a:xfrm>
            <a:off x="9554817" y="5539409"/>
            <a:ext cx="241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Tommaso Fiori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9F49CF3-7258-47AA-BE80-968519212E10}"/>
              </a:ext>
            </a:extLst>
          </p:cNvPr>
          <p:cNvSpPr txBox="1"/>
          <p:nvPr/>
        </p:nvSpPr>
        <p:spPr>
          <a:xfrm>
            <a:off x="940904" y="5539409"/>
            <a:ext cx="2875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Academinc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2023-24</a:t>
            </a:r>
          </a:p>
        </p:txBody>
      </p:sp>
    </p:spTree>
    <p:extLst>
      <p:ext uri="{BB962C8B-B14F-4D97-AF65-F5344CB8AC3E}">
        <p14:creationId xmlns:p14="http://schemas.microsoft.com/office/powerpoint/2010/main" val="1471601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po 27">
            <a:extLst>
              <a:ext uri="{FF2B5EF4-FFF2-40B4-BE49-F238E27FC236}">
                <a16:creationId xmlns:a16="http://schemas.microsoft.com/office/drawing/2014/main" id="{4F76A430-EE68-4E7B-A03E-E71BEA4E7D9F}"/>
              </a:ext>
            </a:extLst>
          </p:cNvPr>
          <p:cNvGrpSpPr/>
          <p:nvPr/>
        </p:nvGrpSpPr>
        <p:grpSpPr>
          <a:xfrm>
            <a:off x="4916561" y="1113986"/>
            <a:ext cx="2358878" cy="4505740"/>
            <a:chOff x="4823790" y="1325217"/>
            <a:chExt cx="2358878" cy="4412971"/>
          </a:xfrm>
        </p:grpSpPr>
        <p:grpSp>
          <p:nvGrpSpPr>
            <p:cNvPr id="26" name="Gruppo 25">
              <a:extLst>
                <a:ext uri="{FF2B5EF4-FFF2-40B4-BE49-F238E27FC236}">
                  <a16:creationId xmlns:a16="http://schemas.microsoft.com/office/drawing/2014/main" id="{DF4FDC0E-B639-4145-8000-A06B709242AD}"/>
                </a:ext>
              </a:extLst>
            </p:cNvPr>
            <p:cNvGrpSpPr/>
            <p:nvPr/>
          </p:nvGrpSpPr>
          <p:grpSpPr>
            <a:xfrm>
              <a:off x="4823790" y="1325217"/>
              <a:ext cx="2358878" cy="4412971"/>
              <a:chOff x="4823790" y="1325217"/>
              <a:chExt cx="2358878" cy="4412971"/>
            </a:xfrm>
          </p:grpSpPr>
          <p:sp>
            <p:nvSpPr>
              <p:cNvPr id="9" name="Rettangolo 8">
                <a:extLst>
                  <a:ext uri="{FF2B5EF4-FFF2-40B4-BE49-F238E27FC236}">
                    <a16:creationId xmlns:a16="http://schemas.microsoft.com/office/drawing/2014/main" id="{C5E119CB-5527-4050-AED5-AB2B911AA5A3}"/>
                  </a:ext>
                </a:extLst>
              </p:cNvPr>
              <p:cNvSpPr/>
              <p:nvPr/>
            </p:nvSpPr>
            <p:spPr>
              <a:xfrm>
                <a:off x="4876789" y="1732719"/>
                <a:ext cx="2239617" cy="4005469"/>
              </a:xfrm>
              <a:prstGeom prst="rect">
                <a:avLst/>
              </a:prstGeom>
              <a:solidFill>
                <a:srgbClr val="71982B"/>
              </a:solidFill>
              <a:ln>
                <a:solidFill>
                  <a:srgbClr val="71982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0" name="Freccia a pentagono 9">
                <a:extLst>
                  <a:ext uri="{FF2B5EF4-FFF2-40B4-BE49-F238E27FC236}">
                    <a16:creationId xmlns:a16="http://schemas.microsoft.com/office/drawing/2014/main" id="{BFE54291-943C-4F77-AF3B-003397D52514}"/>
                  </a:ext>
                </a:extLst>
              </p:cNvPr>
              <p:cNvSpPr/>
              <p:nvPr/>
            </p:nvSpPr>
            <p:spPr>
              <a:xfrm rot="5400000">
                <a:off x="5022566" y="1126441"/>
                <a:ext cx="1961325" cy="2358878"/>
              </a:xfrm>
              <a:prstGeom prst="homePlate">
                <a:avLst>
                  <a:gd name="adj" fmla="val 40111"/>
                </a:avLst>
              </a:prstGeom>
              <a:solidFill>
                <a:srgbClr val="71982B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0D5F17B7-0649-4BE4-83D4-4DC8A0FF07B1}"/>
                  </a:ext>
                </a:extLst>
              </p:cNvPr>
              <p:cNvSpPr txBox="1"/>
              <p:nvPr/>
            </p:nvSpPr>
            <p:spPr>
              <a:xfrm>
                <a:off x="5525318" y="1466519"/>
                <a:ext cx="15770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Scope</a:t>
                </a:r>
              </a:p>
            </p:txBody>
          </p:sp>
          <p:pic>
            <p:nvPicPr>
              <p:cNvPr id="15" name="Elemento grafico 14" descr="Obiettivo">
                <a:extLst>
                  <a:ext uri="{FF2B5EF4-FFF2-40B4-BE49-F238E27FC236}">
                    <a16:creationId xmlns:a16="http://schemas.microsoft.com/office/drawing/2014/main" id="{CF120B27-A851-4735-B91F-479A52E51C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32379" y="2041661"/>
                <a:ext cx="528435" cy="528435"/>
              </a:xfrm>
              <a:prstGeom prst="rect">
                <a:avLst/>
              </a:prstGeom>
            </p:spPr>
          </p:pic>
        </p:grpSp>
        <p:sp>
          <p:nvSpPr>
            <p:cNvPr id="25" name="CasellaDiTesto 24">
              <a:extLst>
                <a:ext uri="{FF2B5EF4-FFF2-40B4-BE49-F238E27FC236}">
                  <a16:creationId xmlns:a16="http://schemas.microsoft.com/office/drawing/2014/main" id="{8367C3CA-650D-4D75-95D7-725417BA8F04}"/>
                </a:ext>
              </a:extLst>
            </p:cNvPr>
            <p:cNvSpPr txBox="1"/>
            <p:nvPr/>
          </p:nvSpPr>
          <p:spPr>
            <a:xfrm>
              <a:off x="5055697" y="3694045"/>
              <a:ext cx="1895061" cy="9043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E-mail </a:t>
              </a:r>
              <a:r>
                <a:rPr lang="it-IT" dirty="0" err="1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summary</a:t>
              </a:r>
              <a:r>
                <a:rPr lang="it-IT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</a:t>
              </a:r>
              <a:r>
                <a:rPr lang="it-IT" dirty="0" err="1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classification</a:t>
              </a:r>
              <a:r>
                <a:rPr lang="it-IT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endParaRPr lang="it-I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816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AD24226-73BB-458C-9E4E-6A482FA00078}"/>
              </a:ext>
            </a:extLst>
          </p:cNvPr>
          <p:cNvSpPr txBox="1"/>
          <p:nvPr/>
        </p:nvSpPr>
        <p:spPr>
          <a:xfrm>
            <a:off x="2493618" y="288949"/>
            <a:ext cx="8162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it-IT" sz="3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library and </a:t>
            </a:r>
            <a:r>
              <a:rPr lang="it-IT" sz="36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endParaRPr lang="it-IT" sz="36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B3944712-F070-918D-00D9-39654E7B42F3}"/>
              </a:ext>
            </a:extLst>
          </p:cNvPr>
          <p:cNvGrpSpPr/>
          <p:nvPr/>
        </p:nvGrpSpPr>
        <p:grpSpPr>
          <a:xfrm>
            <a:off x="1926454" y="1024060"/>
            <a:ext cx="6720396" cy="5563174"/>
            <a:chOff x="1926454" y="953036"/>
            <a:chExt cx="6720396" cy="5563174"/>
          </a:xfrm>
        </p:grpSpPr>
        <p:sp>
          <p:nvSpPr>
            <p:cNvPr id="6" name="Rettangolo 5">
              <a:extLst>
                <a:ext uri="{FF2B5EF4-FFF2-40B4-BE49-F238E27FC236}">
                  <a16:creationId xmlns:a16="http://schemas.microsoft.com/office/drawing/2014/main" id="{DD150F4D-6F20-41FA-89C7-ECFB1643ABAF}"/>
                </a:ext>
              </a:extLst>
            </p:cNvPr>
            <p:cNvSpPr/>
            <p:nvPr/>
          </p:nvSpPr>
          <p:spPr>
            <a:xfrm>
              <a:off x="1926454" y="953036"/>
              <a:ext cx="6720396" cy="5563174"/>
            </a:xfrm>
            <a:prstGeom prst="rect">
              <a:avLst/>
            </a:prstGeom>
            <a:noFill/>
            <a:ln w="38100">
              <a:solidFill>
                <a:srgbClr val="FFC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" name="Immagine 2">
              <a:extLst>
                <a:ext uri="{FF2B5EF4-FFF2-40B4-BE49-F238E27FC236}">
                  <a16:creationId xmlns:a16="http://schemas.microsoft.com/office/drawing/2014/main" id="{2EC3F776-6E43-20DD-B231-EC5A5316E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05850" y="1104491"/>
              <a:ext cx="5725569" cy="52247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02470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3358E32-E207-4C92-A567-FC1B88DE2305}"/>
              </a:ext>
            </a:extLst>
          </p:cNvPr>
          <p:cNvSpPr txBox="1"/>
          <p:nvPr/>
        </p:nvSpPr>
        <p:spPr>
          <a:xfrm>
            <a:off x="4242905" y="381714"/>
            <a:ext cx="8162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Import</a:t>
            </a: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41E5FE2B-D8A2-4BF9-964F-C476A4824628}"/>
              </a:ext>
            </a:extLst>
          </p:cNvPr>
          <p:cNvGrpSpPr/>
          <p:nvPr/>
        </p:nvGrpSpPr>
        <p:grpSpPr>
          <a:xfrm>
            <a:off x="1466393" y="1417287"/>
            <a:ext cx="9497750" cy="5297322"/>
            <a:chOff x="1466393" y="1381775"/>
            <a:chExt cx="9497750" cy="5297322"/>
          </a:xfrm>
        </p:grpSpPr>
        <p:pic>
          <p:nvPicPr>
            <p:cNvPr id="4" name="Immagine 3">
              <a:extLst>
                <a:ext uri="{FF2B5EF4-FFF2-40B4-BE49-F238E27FC236}">
                  <a16:creationId xmlns:a16="http://schemas.microsoft.com/office/drawing/2014/main" id="{98709A3F-BB82-4276-B914-EE6D50409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8747" y="1603512"/>
              <a:ext cx="8734505" cy="4660739"/>
            </a:xfrm>
            <a:prstGeom prst="rect">
              <a:avLst/>
            </a:prstGeom>
          </p:spPr>
        </p:pic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80BDB7F0-A56B-474E-9D10-8DADE9F9CAC0}"/>
                </a:ext>
              </a:extLst>
            </p:cNvPr>
            <p:cNvSpPr/>
            <p:nvPr/>
          </p:nvSpPr>
          <p:spPr>
            <a:xfrm>
              <a:off x="1466393" y="1381775"/>
              <a:ext cx="9497750" cy="5297322"/>
            </a:xfrm>
            <a:prstGeom prst="rect">
              <a:avLst/>
            </a:prstGeom>
            <a:noFill/>
            <a:ln w="38100">
              <a:solidFill>
                <a:srgbClr val="71982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4131624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DA277F65-E056-4AD2-9B95-09D26D62B51B}"/>
              </a:ext>
            </a:extLst>
          </p:cNvPr>
          <p:cNvSpPr txBox="1"/>
          <p:nvPr/>
        </p:nvSpPr>
        <p:spPr>
          <a:xfrm>
            <a:off x="834886" y="489178"/>
            <a:ext cx="2107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123E44C0-E599-456B-BA03-9A3C0F31D477}"/>
              </a:ext>
            </a:extLst>
          </p:cNvPr>
          <p:cNvGrpSpPr/>
          <p:nvPr/>
        </p:nvGrpSpPr>
        <p:grpSpPr>
          <a:xfrm>
            <a:off x="1888434" y="4219618"/>
            <a:ext cx="8352115" cy="2197100"/>
            <a:chOff x="516834" y="4277140"/>
            <a:chExt cx="10833550" cy="2193414"/>
          </a:xfrm>
        </p:grpSpPr>
        <p:pic>
          <p:nvPicPr>
            <p:cNvPr id="6" name="Immagine 5">
              <a:extLst>
                <a:ext uri="{FF2B5EF4-FFF2-40B4-BE49-F238E27FC236}">
                  <a16:creationId xmlns:a16="http://schemas.microsoft.com/office/drawing/2014/main" id="{373C2644-9095-4359-D8A7-461064FEFD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11630"/>
            <a:stretch/>
          </p:blipFill>
          <p:spPr>
            <a:xfrm>
              <a:off x="7116261" y="4277140"/>
              <a:ext cx="4234123" cy="2193414"/>
            </a:xfrm>
            <a:prstGeom prst="rect">
              <a:avLst/>
            </a:prstGeom>
          </p:spPr>
        </p:pic>
        <p:pic>
          <p:nvPicPr>
            <p:cNvPr id="4" name="Immagine 3">
              <a:extLst>
                <a:ext uri="{FF2B5EF4-FFF2-40B4-BE49-F238E27FC236}">
                  <a16:creationId xmlns:a16="http://schemas.microsoft.com/office/drawing/2014/main" id="{DA0C842A-F60C-6B34-876E-0EE276BED5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7731" r="354" b="11630"/>
            <a:stretch/>
          </p:blipFill>
          <p:spPr>
            <a:xfrm>
              <a:off x="516834" y="4277140"/>
              <a:ext cx="6599427" cy="2193414"/>
            </a:xfrm>
            <a:prstGeom prst="rect">
              <a:avLst/>
            </a:prstGeom>
          </p:spPr>
        </p:pic>
      </p:grpSp>
      <p:pic>
        <p:nvPicPr>
          <p:cNvPr id="8" name="Immagine 7">
            <a:extLst>
              <a:ext uri="{FF2B5EF4-FFF2-40B4-BE49-F238E27FC236}">
                <a16:creationId xmlns:a16="http://schemas.microsoft.com/office/drawing/2014/main" id="{9B43F0F0-B055-4104-BB46-008D4A37D9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9" r="42180" b="13741"/>
          <a:stretch/>
        </p:blipFill>
        <p:spPr>
          <a:xfrm>
            <a:off x="1919942" y="1799298"/>
            <a:ext cx="8352115" cy="1977169"/>
          </a:xfrm>
          <a:prstGeom prst="rect">
            <a:avLst/>
          </a:prstGeom>
        </p:spPr>
      </p:pic>
      <p:grpSp>
        <p:nvGrpSpPr>
          <p:cNvPr id="13" name="Gruppo 12">
            <a:extLst>
              <a:ext uri="{FF2B5EF4-FFF2-40B4-BE49-F238E27FC236}">
                <a16:creationId xmlns:a16="http://schemas.microsoft.com/office/drawing/2014/main" id="{CFAC0F65-875E-4FD9-AF0F-B1F471065332}"/>
              </a:ext>
            </a:extLst>
          </p:cNvPr>
          <p:cNvGrpSpPr/>
          <p:nvPr/>
        </p:nvGrpSpPr>
        <p:grpSpPr>
          <a:xfrm>
            <a:off x="702363" y="193441"/>
            <a:ext cx="2345635" cy="892362"/>
            <a:chOff x="596347" y="193441"/>
            <a:chExt cx="2345635" cy="892362"/>
          </a:xfrm>
        </p:grpSpPr>
        <p:sp>
          <p:nvSpPr>
            <p:cNvPr id="14" name="Freccia a pentagono 13">
              <a:extLst>
                <a:ext uri="{FF2B5EF4-FFF2-40B4-BE49-F238E27FC236}">
                  <a16:creationId xmlns:a16="http://schemas.microsoft.com/office/drawing/2014/main" id="{B2FB2228-C82F-4BEB-968B-889C49B2DD9F}"/>
                </a:ext>
              </a:extLst>
            </p:cNvPr>
            <p:cNvSpPr/>
            <p:nvPr/>
          </p:nvSpPr>
          <p:spPr>
            <a:xfrm>
              <a:off x="596347" y="193441"/>
              <a:ext cx="1908313" cy="892362"/>
            </a:xfrm>
            <a:prstGeom prst="homePlate">
              <a:avLst>
                <a:gd name="adj" fmla="val 40111"/>
              </a:avLst>
            </a:prstGeom>
            <a:solidFill>
              <a:srgbClr val="2D8E87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0CD15E92-5314-46B0-925A-7B38AD790027}"/>
                </a:ext>
              </a:extLst>
            </p:cNvPr>
            <p:cNvSpPr txBox="1"/>
            <p:nvPr/>
          </p:nvSpPr>
          <p:spPr>
            <a:xfrm>
              <a:off x="834886" y="441282"/>
              <a:ext cx="2107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Dataset</a:t>
              </a:r>
            </a:p>
          </p:txBody>
        </p:sp>
      </p:grpSp>
      <p:sp>
        <p:nvSpPr>
          <p:cNvPr id="16" name="Rettangolo 15">
            <a:extLst>
              <a:ext uri="{FF2B5EF4-FFF2-40B4-BE49-F238E27FC236}">
                <a16:creationId xmlns:a16="http://schemas.microsoft.com/office/drawing/2014/main" id="{09AE906B-8715-4342-9912-E6291B1B71FE}"/>
              </a:ext>
            </a:extLst>
          </p:cNvPr>
          <p:cNvSpPr/>
          <p:nvPr/>
        </p:nvSpPr>
        <p:spPr>
          <a:xfrm>
            <a:off x="1587500" y="1473200"/>
            <a:ext cx="9017001" cy="5191359"/>
          </a:xfrm>
          <a:prstGeom prst="rect">
            <a:avLst/>
          </a:prstGeom>
          <a:noFill/>
          <a:ln w="38100">
            <a:solidFill>
              <a:srgbClr val="2D8E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545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Connettore a gomito 22">
            <a:extLst>
              <a:ext uri="{FF2B5EF4-FFF2-40B4-BE49-F238E27FC236}">
                <a16:creationId xmlns:a16="http://schemas.microsoft.com/office/drawing/2014/main" id="{45C01600-1526-4150-9BD6-8A4A3D27F26A}"/>
              </a:ext>
            </a:extLst>
          </p:cNvPr>
          <p:cNvCxnSpPr>
            <a:cxnSpLocks/>
            <a:stCxn id="29" idx="3"/>
            <a:endCxn id="40" idx="1"/>
          </p:cNvCxnSpPr>
          <p:nvPr/>
        </p:nvCxnSpPr>
        <p:spPr>
          <a:xfrm>
            <a:off x="2688762" y="3378777"/>
            <a:ext cx="2197629" cy="1898635"/>
          </a:xfrm>
          <a:prstGeom prst="bentConnector3">
            <a:avLst>
              <a:gd name="adj1" fmla="val 50000"/>
            </a:avLst>
          </a:prstGeom>
          <a:ln w="190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E0705AF8-878D-4D15-89F9-E99841392457}"/>
              </a:ext>
            </a:extLst>
          </p:cNvPr>
          <p:cNvCxnSpPr>
            <a:cxnSpLocks/>
            <a:stCxn id="78" idx="3"/>
            <a:endCxn id="29" idx="1"/>
          </p:cNvCxnSpPr>
          <p:nvPr/>
        </p:nvCxnSpPr>
        <p:spPr>
          <a:xfrm>
            <a:off x="792947" y="3378777"/>
            <a:ext cx="896609" cy="0"/>
          </a:xfrm>
          <a:prstGeom prst="straightConnector1">
            <a:avLst/>
          </a:prstGeom>
          <a:ln w="190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E7864F2E-61F3-4CF9-B158-5DC7E4E5AF0A}"/>
              </a:ext>
            </a:extLst>
          </p:cNvPr>
          <p:cNvSpPr/>
          <p:nvPr/>
        </p:nvSpPr>
        <p:spPr>
          <a:xfrm>
            <a:off x="1689556" y="2932604"/>
            <a:ext cx="999206" cy="892346"/>
          </a:xfrm>
          <a:prstGeom prst="roundRect">
            <a:avLst/>
          </a:prstGeom>
          <a:solidFill>
            <a:srgbClr val="2D8E87"/>
          </a:solidFill>
          <a:ln w="38100">
            <a:solidFill>
              <a:srgbClr val="2D8E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3CDDA644-3A37-46F2-9E3F-7E107389D16E}"/>
              </a:ext>
            </a:extLst>
          </p:cNvPr>
          <p:cNvSpPr txBox="1"/>
          <p:nvPr/>
        </p:nvSpPr>
        <p:spPr>
          <a:xfrm>
            <a:off x="4886391" y="248641"/>
            <a:ext cx="7620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E-mail </a:t>
            </a:r>
            <a:r>
              <a:rPr lang="it-IT" sz="36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it-IT" sz="36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E32D49CF-47C8-42D7-8FB9-C951917886E4}"/>
              </a:ext>
            </a:extLst>
          </p:cNvPr>
          <p:cNvSpPr txBox="1"/>
          <p:nvPr/>
        </p:nvSpPr>
        <p:spPr>
          <a:xfrm>
            <a:off x="1462373" y="4083736"/>
            <a:ext cx="14471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E-mail replies</a:t>
            </a:r>
          </a:p>
          <a:p>
            <a:pPr algn="ctr"/>
            <a:r>
              <a:rPr lang="it-IT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remotion</a:t>
            </a:r>
          </a:p>
          <a:p>
            <a:endParaRPr lang="it-IT" dirty="0"/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C36E5009-89BA-459E-8DC3-4BCEF3F0F82E}"/>
              </a:ext>
            </a:extLst>
          </p:cNvPr>
          <p:cNvSpPr txBox="1"/>
          <p:nvPr/>
        </p:nvSpPr>
        <p:spPr>
          <a:xfrm>
            <a:off x="10140425" y="4083736"/>
            <a:ext cx="204028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Senteces selection with most frequent words - Summary</a:t>
            </a:r>
          </a:p>
          <a:p>
            <a:endParaRPr lang="it-IT" dirty="0"/>
          </a:p>
        </p:txBody>
      </p:sp>
      <p:sp>
        <p:nvSpPr>
          <p:cNvPr id="59" name="Rettangolo con angoli arrotondati 58">
            <a:extLst>
              <a:ext uri="{FF2B5EF4-FFF2-40B4-BE49-F238E27FC236}">
                <a16:creationId xmlns:a16="http://schemas.microsoft.com/office/drawing/2014/main" id="{88F1C67D-0A52-497D-B2C6-43E39DC7C250}"/>
              </a:ext>
            </a:extLst>
          </p:cNvPr>
          <p:cNvSpPr/>
          <p:nvPr/>
        </p:nvSpPr>
        <p:spPr>
          <a:xfrm>
            <a:off x="6096000" y="1536586"/>
            <a:ext cx="999206" cy="892346"/>
          </a:xfrm>
          <a:prstGeom prst="roundRect">
            <a:avLst/>
          </a:prstGeom>
          <a:solidFill>
            <a:srgbClr val="71982B"/>
          </a:solidFill>
          <a:ln w="38100">
            <a:solidFill>
              <a:srgbClr val="7198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1" name="Connettore a gomito 60">
            <a:extLst>
              <a:ext uri="{FF2B5EF4-FFF2-40B4-BE49-F238E27FC236}">
                <a16:creationId xmlns:a16="http://schemas.microsoft.com/office/drawing/2014/main" id="{651065D0-0408-408A-A48B-EF9ACBE5674B}"/>
              </a:ext>
            </a:extLst>
          </p:cNvPr>
          <p:cNvCxnSpPr>
            <a:cxnSpLocks/>
            <a:stCxn id="29" idx="3"/>
            <a:endCxn id="59" idx="1"/>
          </p:cNvCxnSpPr>
          <p:nvPr/>
        </p:nvCxnSpPr>
        <p:spPr>
          <a:xfrm flipV="1">
            <a:off x="2688762" y="1982759"/>
            <a:ext cx="3407238" cy="1396018"/>
          </a:xfrm>
          <a:prstGeom prst="bentConnector3">
            <a:avLst>
              <a:gd name="adj1" fmla="val 32109"/>
            </a:avLst>
          </a:prstGeom>
          <a:ln w="1905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uppo 93">
            <a:extLst>
              <a:ext uri="{FF2B5EF4-FFF2-40B4-BE49-F238E27FC236}">
                <a16:creationId xmlns:a16="http://schemas.microsoft.com/office/drawing/2014/main" id="{1614D386-776A-4453-B254-057FD69F27D3}"/>
              </a:ext>
            </a:extLst>
          </p:cNvPr>
          <p:cNvGrpSpPr/>
          <p:nvPr/>
        </p:nvGrpSpPr>
        <p:grpSpPr>
          <a:xfrm>
            <a:off x="4886391" y="3835663"/>
            <a:ext cx="3829872" cy="2883497"/>
            <a:chOff x="5327380" y="3706629"/>
            <a:chExt cx="3829872" cy="2883497"/>
          </a:xfrm>
        </p:grpSpPr>
        <p:cxnSp>
          <p:nvCxnSpPr>
            <p:cNvPr id="73" name="Connettore 2 72">
              <a:extLst>
                <a:ext uri="{FF2B5EF4-FFF2-40B4-BE49-F238E27FC236}">
                  <a16:creationId xmlns:a16="http://schemas.microsoft.com/office/drawing/2014/main" id="{FCB10FC0-9FA0-48F5-A942-669E6D5E01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9896" y="5141400"/>
              <a:ext cx="3522191" cy="17954"/>
            </a:xfrm>
            <a:prstGeom prst="straightConnector1">
              <a:avLst/>
            </a:prstGeom>
            <a:ln w="19050">
              <a:solidFill>
                <a:schemeClr val="bg2">
                  <a:lumMod val="25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ttangolo con angoli arrotondati 39">
              <a:extLst>
                <a:ext uri="{FF2B5EF4-FFF2-40B4-BE49-F238E27FC236}">
                  <a16:creationId xmlns:a16="http://schemas.microsoft.com/office/drawing/2014/main" id="{B808D51D-94EC-4558-984E-C786A0619D30}"/>
                </a:ext>
              </a:extLst>
            </p:cNvPr>
            <p:cNvSpPr/>
            <p:nvPr/>
          </p:nvSpPr>
          <p:spPr>
            <a:xfrm>
              <a:off x="5327380" y="3706629"/>
              <a:ext cx="3829872" cy="2883497"/>
            </a:xfrm>
            <a:prstGeom prst="roundRect">
              <a:avLst/>
            </a:prstGeom>
            <a:noFill/>
            <a:ln w="28575">
              <a:solidFill>
                <a:srgbClr val="DD8B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66" name="CasellaDiTesto 65">
              <a:extLst>
                <a:ext uri="{FF2B5EF4-FFF2-40B4-BE49-F238E27FC236}">
                  <a16:creationId xmlns:a16="http://schemas.microsoft.com/office/drawing/2014/main" id="{C8F0EE7B-57C9-486F-840F-8F8290319A58}"/>
                </a:ext>
              </a:extLst>
            </p:cNvPr>
            <p:cNvSpPr txBox="1"/>
            <p:nvPr/>
          </p:nvSpPr>
          <p:spPr>
            <a:xfrm>
              <a:off x="5693051" y="5692490"/>
              <a:ext cx="135569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Cleaning </a:t>
              </a:r>
            </a:p>
            <a:p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Stop word</a:t>
              </a:r>
            </a:p>
            <a:p>
              <a:endParaRPr lang="it-IT" dirty="0"/>
            </a:p>
          </p:txBody>
        </p:sp>
        <p:sp>
          <p:nvSpPr>
            <p:cNvPr id="67" name="Rettangolo con angoli arrotondati 66">
              <a:extLst>
                <a:ext uri="{FF2B5EF4-FFF2-40B4-BE49-F238E27FC236}">
                  <a16:creationId xmlns:a16="http://schemas.microsoft.com/office/drawing/2014/main" id="{E7B02A16-A3F6-4F14-AE99-250F6A2ABF62}"/>
                </a:ext>
              </a:extLst>
            </p:cNvPr>
            <p:cNvSpPr/>
            <p:nvPr/>
          </p:nvSpPr>
          <p:spPr>
            <a:xfrm>
              <a:off x="5773154" y="4702204"/>
              <a:ext cx="999206" cy="892346"/>
            </a:xfrm>
            <a:prstGeom prst="roundRect">
              <a:avLst/>
            </a:prstGeom>
            <a:solidFill>
              <a:srgbClr val="DD8B00"/>
            </a:solidFill>
            <a:ln w="38100">
              <a:solidFill>
                <a:srgbClr val="DD8B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68" name="CasellaDiTesto 67">
              <a:extLst>
                <a:ext uri="{FF2B5EF4-FFF2-40B4-BE49-F238E27FC236}">
                  <a16:creationId xmlns:a16="http://schemas.microsoft.com/office/drawing/2014/main" id="{B624D238-BA3B-4F8F-9DA4-03A7D52C9B0B}"/>
                </a:ext>
              </a:extLst>
            </p:cNvPr>
            <p:cNvSpPr txBox="1"/>
            <p:nvPr/>
          </p:nvSpPr>
          <p:spPr>
            <a:xfrm>
              <a:off x="7265600" y="5697591"/>
              <a:ext cx="159478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Most frequent </a:t>
              </a:r>
            </a:p>
            <a:p>
              <a:pPr algn="ctr"/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word extraction</a:t>
              </a:r>
            </a:p>
            <a:p>
              <a:endParaRPr lang="it-IT" dirty="0"/>
            </a:p>
          </p:txBody>
        </p:sp>
        <p:sp>
          <p:nvSpPr>
            <p:cNvPr id="72" name="Rettangolo con angoli arrotondati 71">
              <a:extLst>
                <a:ext uri="{FF2B5EF4-FFF2-40B4-BE49-F238E27FC236}">
                  <a16:creationId xmlns:a16="http://schemas.microsoft.com/office/drawing/2014/main" id="{8BD85898-4CF4-48E8-87A1-BB5F99D7FEA8}"/>
                </a:ext>
              </a:extLst>
            </p:cNvPr>
            <p:cNvSpPr/>
            <p:nvPr/>
          </p:nvSpPr>
          <p:spPr>
            <a:xfrm>
              <a:off x="7505863" y="4695227"/>
              <a:ext cx="999206" cy="892346"/>
            </a:xfrm>
            <a:prstGeom prst="roundRect">
              <a:avLst/>
            </a:prstGeom>
            <a:solidFill>
              <a:srgbClr val="DD8B00"/>
            </a:solidFill>
            <a:ln w="38100">
              <a:solidFill>
                <a:srgbClr val="DD8B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pic>
        <p:nvPicPr>
          <p:cNvPr id="78" name="Elemento grafico 77" descr="Posta elettronica">
            <a:extLst>
              <a:ext uri="{FF2B5EF4-FFF2-40B4-BE49-F238E27FC236}">
                <a16:creationId xmlns:a16="http://schemas.microsoft.com/office/drawing/2014/main" id="{7FF57278-E851-4180-8D16-992FA0270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118" y="3095362"/>
            <a:ext cx="566829" cy="566829"/>
          </a:xfrm>
          <a:prstGeom prst="rect">
            <a:avLst/>
          </a:prstGeom>
        </p:spPr>
      </p:pic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76E5DF50-9406-43EA-B23F-337AACFD6D64}"/>
              </a:ext>
            </a:extLst>
          </p:cNvPr>
          <p:cNvSpPr txBox="1"/>
          <p:nvPr/>
        </p:nvSpPr>
        <p:spPr>
          <a:xfrm>
            <a:off x="5706303" y="2526872"/>
            <a:ext cx="17224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E-mail sentences</a:t>
            </a:r>
          </a:p>
          <a:p>
            <a:pPr algn="ctr"/>
            <a:r>
              <a:rPr lang="it-IT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separation</a:t>
            </a:r>
          </a:p>
          <a:p>
            <a:endParaRPr lang="it-IT" dirty="0"/>
          </a:p>
        </p:txBody>
      </p:sp>
      <p:sp>
        <p:nvSpPr>
          <p:cNvPr id="80" name="Rettangolo con angoli arrotondati 79">
            <a:extLst>
              <a:ext uri="{FF2B5EF4-FFF2-40B4-BE49-F238E27FC236}">
                <a16:creationId xmlns:a16="http://schemas.microsoft.com/office/drawing/2014/main" id="{C0FF4BAB-A87E-4DDE-9DB4-6527277A4475}"/>
              </a:ext>
            </a:extLst>
          </p:cNvPr>
          <p:cNvSpPr/>
          <p:nvPr/>
        </p:nvSpPr>
        <p:spPr>
          <a:xfrm>
            <a:off x="10512156" y="2890063"/>
            <a:ext cx="999206" cy="892346"/>
          </a:xfrm>
          <a:prstGeom prst="roundRect">
            <a:avLst/>
          </a:prstGeom>
          <a:solidFill>
            <a:srgbClr val="654C8A"/>
          </a:solidFill>
          <a:ln w="38100">
            <a:solidFill>
              <a:srgbClr val="65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83" name="Connettore a gomito 82">
            <a:extLst>
              <a:ext uri="{FF2B5EF4-FFF2-40B4-BE49-F238E27FC236}">
                <a16:creationId xmlns:a16="http://schemas.microsoft.com/office/drawing/2014/main" id="{8D7E76B7-C50C-4F02-BD08-9F4D546D5A08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7095206" y="1982759"/>
            <a:ext cx="3416950" cy="1250771"/>
          </a:xfrm>
          <a:prstGeom prst="bentConnector3">
            <a:avLst>
              <a:gd name="adj1" fmla="val 73658"/>
            </a:avLst>
          </a:prstGeom>
          <a:ln w="190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ttore a gomito 110">
            <a:extLst>
              <a:ext uri="{FF2B5EF4-FFF2-40B4-BE49-F238E27FC236}">
                <a16:creationId xmlns:a16="http://schemas.microsoft.com/office/drawing/2014/main" id="{87675141-A3A3-4500-A910-38379A4B18EE}"/>
              </a:ext>
            </a:extLst>
          </p:cNvPr>
          <p:cNvCxnSpPr>
            <a:cxnSpLocks/>
            <a:stCxn id="40" idx="3"/>
          </p:cNvCxnSpPr>
          <p:nvPr/>
        </p:nvCxnSpPr>
        <p:spPr>
          <a:xfrm flipV="1">
            <a:off x="8716263" y="3525078"/>
            <a:ext cx="1786181" cy="1752334"/>
          </a:xfrm>
          <a:prstGeom prst="bentConnector3">
            <a:avLst>
              <a:gd name="adj1" fmla="val 50000"/>
            </a:avLst>
          </a:prstGeom>
          <a:ln w="190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838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2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2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55" grpId="0"/>
      <p:bldP spid="58" grpId="0"/>
      <p:bldP spid="59" grpId="0" animBg="1"/>
      <p:bldP spid="79" grpId="0"/>
      <p:bldP spid="8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o 12">
            <a:extLst>
              <a:ext uri="{FF2B5EF4-FFF2-40B4-BE49-F238E27FC236}">
                <a16:creationId xmlns:a16="http://schemas.microsoft.com/office/drawing/2014/main" id="{348EB197-1F03-4A65-94FE-C2D8F745187E}"/>
              </a:ext>
            </a:extLst>
          </p:cNvPr>
          <p:cNvGrpSpPr/>
          <p:nvPr/>
        </p:nvGrpSpPr>
        <p:grpSpPr>
          <a:xfrm>
            <a:off x="775248" y="3150354"/>
            <a:ext cx="3829872" cy="2883497"/>
            <a:chOff x="5327380" y="3706629"/>
            <a:chExt cx="3829872" cy="2883497"/>
          </a:xfrm>
        </p:grpSpPr>
        <p:cxnSp>
          <p:nvCxnSpPr>
            <p:cNvPr id="14" name="Connettore 2 13">
              <a:extLst>
                <a:ext uri="{FF2B5EF4-FFF2-40B4-BE49-F238E27FC236}">
                  <a16:creationId xmlns:a16="http://schemas.microsoft.com/office/drawing/2014/main" id="{1C510A4A-2A65-498B-854F-0DD49560CE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9896" y="5141400"/>
              <a:ext cx="3522191" cy="17954"/>
            </a:xfrm>
            <a:prstGeom prst="straightConnector1">
              <a:avLst/>
            </a:prstGeom>
            <a:ln w="19050">
              <a:solidFill>
                <a:schemeClr val="bg2">
                  <a:lumMod val="25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ttangolo con angoli arrotondati 14">
              <a:extLst>
                <a:ext uri="{FF2B5EF4-FFF2-40B4-BE49-F238E27FC236}">
                  <a16:creationId xmlns:a16="http://schemas.microsoft.com/office/drawing/2014/main" id="{A5C0E7ED-9AF3-4E05-A6EB-9B9E5AB1E0EB}"/>
                </a:ext>
              </a:extLst>
            </p:cNvPr>
            <p:cNvSpPr/>
            <p:nvPr/>
          </p:nvSpPr>
          <p:spPr>
            <a:xfrm>
              <a:off x="5327380" y="3706629"/>
              <a:ext cx="3829872" cy="2883497"/>
            </a:xfrm>
            <a:prstGeom prst="roundRect">
              <a:avLst/>
            </a:prstGeom>
            <a:noFill/>
            <a:ln w="28575">
              <a:solidFill>
                <a:srgbClr val="DD8B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C527E59E-FE68-4084-B231-7123C7AA97CE}"/>
                </a:ext>
              </a:extLst>
            </p:cNvPr>
            <p:cNvSpPr txBox="1"/>
            <p:nvPr/>
          </p:nvSpPr>
          <p:spPr>
            <a:xfrm>
              <a:off x="5693051" y="5692490"/>
              <a:ext cx="135569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Cleaning </a:t>
              </a:r>
            </a:p>
            <a:p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Stop word</a:t>
              </a:r>
            </a:p>
            <a:p>
              <a:endParaRPr lang="it-IT" dirty="0"/>
            </a:p>
          </p:txBody>
        </p:sp>
        <p:sp>
          <p:nvSpPr>
            <p:cNvPr id="17" name="Rettangolo con angoli arrotondati 16">
              <a:extLst>
                <a:ext uri="{FF2B5EF4-FFF2-40B4-BE49-F238E27FC236}">
                  <a16:creationId xmlns:a16="http://schemas.microsoft.com/office/drawing/2014/main" id="{D94D4A5D-79C5-4E66-9F2A-D323D309FF7D}"/>
                </a:ext>
              </a:extLst>
            </p:cNvPr>
            <p:cNvSpPr/>
            <p:nvPr/>
          </p:nvSpPr>
          <p:spPr>
            <a:xfrm>
              <a:off x="5773154" y="4702204"/>
              <a:ext cx="999206" cy="892346"/>
            </a:xfrm>
            <a:prstGeom prst="roundRect">
              <a:avLst/>
            </a:prstGeom>
            <a:solidFill>
              <a:srgbClr val="DD8B00"/>
            </a:solidFill>
            <a:ln w="38100">
              <a:solidFill>
                <a:srgbClr val="DD8B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ACE9CBA5-9A02-4D68-855A-62FBE13E2D1F}"/>
                </a:ext>
              </a:extLst>
            </p:cNvPr>
            <p:cNvSpPr txBox="1"/>
            <p:nvPr/>
          </p:nvSpPr>
          <p:spPr>
            <a:xfrm>
              <a:off x="7265600" y="5697591"/>
              <a:ext cx="159478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Most frequent </a:t>
              </a:r>
            </a:p>
            <a:p>
              <a:pPr algn="ctr"/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word extraction</a:t>
              </a:r>
            </a:p>
            <a:p>
              <a:endParaRPr lang="it-IT" dirty="0"/>
            </a:p>
          </p:txBody>
        </p:sp>
        <p:sp>
          <p:nvSpPr>
            <p:cNvPr id="20" name="Rettangolo con angoli arrotondati 19">
              <a:extLst>
                <a:ext uri="{FF2B5EF4-FFF2-40B4-BE49-F238E27FC236}">
                  <a16:creationId xmlns:a16="http://schemas.microsoft.com/office/drawing/2014/main" id="{7D718020-4594-412A-9F02-AF169EEA40B5}"/>
                </a:ext>
              </a:extLst>
            </p:cNvPr>
            <p:cNvSpPr/>
            <p:nvPr/>
          </p:nvSpPr>
          <p:spPr>
            <a:xfrm>
              <a:off x="7505863" y="4695227"/>
              <a:ext cx="999206" cy="892346"/>
            </a:xfrm>
            <a:prstGeom prst="roundRect">
              <a:avLst/>
            </a:prstGeom>
            <a:solidFill>
              <a:srgbClr val="DD8B00"/>
            </a:solidFill>
            <a:ln w="38100">
              <a:solidFill>
                <a:srgbClr val="DD8B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AE4E5D2C-19A9-4840-BDE2-43FA94A9E25F}"/>
              </a:ext>
            </a:extLst>
          </p:cNvPr>
          <p:cNvSpPr txBox="1"/>
          <p:nvPr/>
        </p:nvSpPr>
        <p:spPr>
          <a:xfrm>
            <a:off x="3427685" y="314901"/>
            <a:ext cx="7620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E-mail </a:t>
            </a:r>
            <a:r>
              <a:rPr lang="it-IT" sz="36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it-IT" sz="36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BD3296AB-92DA-4E00-A234-EBC425F0E4AA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4605120" y="4585125"/>
            <a:ext cx="3935520" cy="0"/>
          </a:xfrm>
          <a:prstGeom prst="straightConnector1">
            <a:avLst/>
          </a:prstGeom>
          <a:ln w="190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41B56B2C-4944-4102-92C0-032909D36168}"/>
              </a:ext>
            </a:extLst>
          </p:cNvPr>
          <p:cNvSpPr/>
          <p:nvPr/>
        </p:nvSpPr>
        <p:spPr>
          <a:xfrm>
            <a:off x="8540640" y="4138952"/>
            <a:ext cx="999206" cy="892346"/>
          </a:xfrm>
          <a:prstGeom prst="roundRect">
            <a:avLst/>
          </a:prstGeom>
          <a:solidFill>
            <a:srgbClr val="CC3300"/>
          </a:solidFill>
          <a:ln w="38100">
            <a:solidFill>
              <a:srgbClr val="CC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58DFD9E9-BF67-451E-9451-36AF2831FFC1}"/>
              </a:ext>
            </a:extLst>
          </p:cNvPr>
          <p:cNvSpPr txBox="1"/>
          <p:nvPr/>
        </p:nvSpPr>
        <p:spPr>
          <a:xfrm>
            <a:off x="8242852" y="5136215"/>
            <a:ext cx="159478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defintion</a:t>
            </a:r>
          </a:p>
          <a:p>
            <a:endParaRPr lang="it-IT" dirty="0"/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9CC1F0EB-932D-457B-B7E0-9B74EC896E35}"/>
              </a:ext>
            </a:extLst>
          </p:cNvPr>
          <p:cNvCxnSpPr>
            <a:cxnSpLocks/>
            <a:stCxn id="4" idx="4"/>
            <a:endCxn id="24" idx="0"/>
          </p:cNvCxnSpPr>
          <p:nvPr/>
        </p:nvCxnSpPr>
        <p:spPr>
          <a:xfrm>
            <a:off x="9040243" y="2650034"/>
            <a:ext cx="0" cy="1488918"/>
          </a:xfrm>
          <a:prstGeom prst="straightConnector1">
            <a:avLst/>
          </a:prstGeom>
          <a:ln w="190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e 3">
            <a:extLst>
              <a:ext uri="{FF2B5EF4-FFF2-40B4-BE49-F238E27FC236}">
                <a16:creationId xmlns:a16="http://schemas.microsoft.com/office/drawing/2014/main" id="{AE59C659-CB5A-4552-B6E1-71FC33BAA9CE}"/>
              </a:ext>
            </a:extLst>
          </p:cNvPr>
          <p:cNvSpPr/>
          <p:nvPr/>
        </p:nvSpPr>
        <p:spPr>
          <a:xfrm>
            <a:off x="8450521" y="1488208"/>
            <a:ext cx="1179444" cy="1161826"/>
          </a:xfrm>
          <a:prstGeom prst="ellipse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BA5307F4-19D4-4F09-9857-5001025E44BD}"/>
              </a:ext>
            </a:extLst>
          </p:cNvPr>
          <p:cNvSpPr txBox="1"/>
          <p:nvPr/>
        </p:nvSpPr>
        <p:spPr>
          <a:xfrm>
            <a:off x="9837634" y="1448285"/>
            <a:ext cx="193201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Coherent words:</a:t>
            </a:r>
          </a:p>
          <a:p>
            <a:r>
              <a:rPr lang="it-IT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Storage</a:t>
            </a:r>
          </a:p>
          <a:p>
            <a:r>
              <a:rPr lang="it-IT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Farming</a:t>
            </a:r>
          </a:p>
          <a:p>
            <a:r>
              <a:rPr lang="it-IT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Net</a:t>
            </a:r>
          </a:p>
          <a:p>
            <a:r>
              <a:rPr lang="it-IT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Sysop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86493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4" grpId="0" animBg="1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1CE81BE1-99C3-4D9E-BCA8-D2617C44160A}"/>
              </a:ext>
            </a:extLst>
          </p:cNvPr>
          <p:cNvSpPr txBox="1"/>
          <p:nvPr/>
        </p:nvSpPr>
        <p:spPr>
          <a:xfrm>
            <a:off x="3723863" y="476189"/>
            <a:ext cx="7620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E-mail </a:t>
            </a:r>
            <a:r>
              <a:rPr lang="it-IT" sz="36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it-IT" sz="36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6F167F62-8BF8-4A4F-B0EB-103DAEE5ACAE}"/>
              </a:ext>
            </a:extLst>
          </p:cNvPr>
          <p:cNvGrpSpPr/>
          <p:nvPr/>
        </p:nvGrpSpPr>
        <p:grpSpPr>
          <a:xfrm>
            <a:off x="527661" y="1491900"/>
            <a:ext cx="4565468" cy="668162"/>
            <a:chOff x="523365" y="2137474"/>
            <a:chExt cx="4565468" cy="668162"/>
          </a:xfrm>
        </p:grpSpPr>
        <p:sp>
          <p:nvSpPr>
            <p:cNvPr id="4" name="Rettangolo con angoli arrotondati 3">
              <a:extLst>
                <a:ext uri="{FF2B5EF4-FFF2-40B4-BE49-F238E27FC236}">
                  <a16:creationId xmlns:a16="http://schemas.microsoft.com/office/drawing/2014/main" id="{792A2D5F-1E29-4A48-A38B-7CE9073494EA}"/>
                </a:ext>
              </a:extLst>
            </p:cNvPr>
            <p:cNvSpPr/>
            <p:nvPr/>
          </p:nvSpPr>
          <p:spPr>
            <a:xfrm>
              <a:off x="523365" y="2137474"/>
              <a:ext cx="510306" cy="433448"/>
            </a:xfrm>
            <a:prstGeom prst="roundRect">
              <a:avLst/>
            </a:prstGeom>
            <a:solidFill>
              <a:srgbClr val="2D8E87"/>
            </a:solidFill>
            <a:ln w="38100">
              <a:solidFill>
                <a:srgbClr val="2D8E8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89AE4A13-5330-473B-BE86-4B62D2EB1B2B}"/>
                </a:ext>
              </a:extLst>
            </p:cNvPr>
            <p:cNvSpPr txBox="1"/>
            <p:nvPr/>
          </p:nvSpPr>
          <p:spPr>
            <a:xfrm>
              <a:off x="905782" y="2190083"/>
              <a:ext cx="4183051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E-mail </a:t>
              </a:r>
              <a:r>
                <a:rPr lang="it-IT" sz="1600" b="1" dirty="0" err="1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replies</a:t>
              </a:r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sz="1600" b="1" dirty="0" err="1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remotion</a:t>
              </a:r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</a:t>
              </a:r>
              <a:r>
                <a:rPr lang="it-IT" sz="1600" b="1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fn_mail_body</a:t>
              </a:r>
              <a:endParaRPr lang="it-IT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it-IT" dirty="0"/>
            </a:p>
          </p:txBody>
        </p:sp>
      </p:grpSp>
      <p:pic>
        <p:nvPicPr>
          <p:cNvPr id="9" name="Immagine 8">
            <a:extLst>
              <a:ext uri="{FF2B5EF4-FFF2-40B4-BE49-F238E27FC236}">
                <a16:creationId xmlns:a16="http://schemas.microsoft.com/office/drawing/2014/main" id="{524C1D8B-3A64-418D-B08A-EB3E26F73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907" y="2350181"/>
            <a:ext cx="7280971" cy="4271861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D2EB109C-A58B-4AB5-AF6E-8FD30D456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595" y="140497"/>
            <a:ext cx="3565744" cy="178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94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o 9">
            <a:extLst>
              <a:ext uri="{FF2B5EF4-FFF2-40B4-BE49-F238E27FC236}">
                <a16:creationId xmlns:a16="http://schemas.microsoft.com/office/drawing/2014/main" id="{13F94C73-126F-4DB7-B300-791C6138B0FD}"/>
              </a:ext>
            </a:extLst>
          </p:cNvPr>
          <p:cNvGrpSpPr/>
          <p:nvPr/>
        </p:nvGrpSpPr>
        <p:grpSpPr>
          <a:xfrm>
            <a:off x="6127735" y="2459958"/>
            <a:ext cx="4929808" cy="2729412"/>
            <a:chOff x="3180523" y="569693"/>
            <a:chExt cx="4929808" cy="2729412"/>
          </a:xfrm>
        </p:grpSpPr>
        <p:grpSp>
          <p:nvGrpSpPr>
            <p:cNvPr id="2" name="Gruppo 1">
              <a:extLst>
                <a:ext uri="{FF2B5EF4-FFF2-40B4-BE49-F238E27FC236}">
                  <a16:creationId xmlns:a16="http://schemas.microsoft.com/office/drawing/2014/main" id="{CED55D84-815D-43DE-A7B7-B5F9C0359C45}"/>
                </a:ext>
              </a:extLst>
            </p:cNvPr>
            <p:cNvGrpSpPr/>
            <p:nvPr/>
          </p:nvGrpSpPr>
          <p:grpSpPr>
            <a:xfrm>
              <a:off x="3180523" y="569693"/>
              <a:ext cx="4929808" cy="2729412"/>
              <a:chOff x="6469592" y="2731054"/>
              <a:chExt cx="4485858" cy="2321297"/>
            </a:xfrm>
          </p:grpSpPr>
          <p:pic>
            <p:nvPicPr>
              <p:cNvPr id="3" name="Immagine 2">
                <a:extLst>
                  <a:ext uri="{FF2B5EF4-FFF2-40B4-BE49-F238E27FC236}">
                    <a16:creationId xmlns:a16="http://schemas.microsoft.com/office/drawing/2014/main" id="{13583284-8388-4C89-9561-8C3946BA9C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978" t="5079" r="75000" b="68371"/>
              <a:stretch/>
            </p:blipFill>
            <p:spPr>
              <a:xfrm>
                <a:off x="6883471" y="2840199"/>
                <a:ext cx="3658100" cy="2103007"/>
              </a:xfrm>
              <a:prstGeom prst="rect">
                <a:avLst/>
              </a:prstGeom>
            </p:spPr>
          </p:pic>
          <p:sp>
            <p:nvSpPr>
              <p:cNvPr id="5" name="Rettangolo 4">
                <a:extLst>
                  <a:ext uri="{FF2B5EF4-FFF2-40B4-BE49-F238E27FC236}">
                    <a16:creationId xmlns:a16="http://schemas.microsoft.com/office/drawing/2014/main" id="{8004B5A6-A11C-4D36-A49D-D9CBFB791F7C}"/>
                  </a:ext>
                </a:extLst>
              </p:cNvPr>
              <p:cNvSpPr/>
              <p:nvPr/>
            </p:nvSpPr>
            <p:spPr>
              <a:xfrm>
                <a:off x="6469592" y="2731054"/>
                <a:ext cx="4485858" cy="2321297"/>
              </a:xfrm>
              <a:prstGeom prst="rect">
                <a:avLst/>
              </a:prstGeom>
              <a:noFill/>
              <a:ln w="38100">
                <a:solidFill>
                  <a:srgbClr val="2D8E8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</p:grpSp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615B65FF-F7C7-4B3C-A0B2-3A9E8B92EB8B}"/>
                </a:ext>
              </a:extLst>
            </p:cNvPr>
            <p:cNvSpPr/>
            <p:nvPr/>
          </p:nvSpPr>
          <p:spPr>
            <a:xfrm>
              <a:off x="3692512" y="598267"/>
              <a:ext cx="193688" cy="3066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1C61F2D0-9A82-4FBB-90FA-A673EE1A4A95}"/>
              </a:ext>
            </a:extLst>
          </p:cNvPr>
          <p:cNvCxnSpPr>
            <a:cxnSpLocks/>
          </p:cNvCxnSpPr>
          <p:nvPr/>
        </p:nvCxnSpPr>
        <p:spPr>
          <a:xfrm>
            <a:off x="4089400" y="3824962"/>
            <a:ext cx="2038335" cy="0"/>
          </a:xfrm>
          <a:prstGeom prst="straightConnector1">
            <a:avLst/>
          </a:prstGeom>
          <a:ln w="1905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F081BC0-A227-42CD-A07C-7C9FEF5D4B3D}"/>
              </a:ext>
            </a:extLst>
          </p:cNvPr>
          <p:cNvSpPr txBox="1"/>
          <p:nvPr/>
        </p:nvSpPr>
        <p:spPr>
          <a:xfrm>
            <a:off x="4605286" y="1993276"/>
            <a:ext cx="4183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fn_mail_body</a:t>
            </a:r>
            <a:endParaRPr lang="it-IT" sz="1600" dirty="0"/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06EB5DF9-EA5A-45E2-A070-0C1B110FE539}"/>
              </a:ext>
            </a:extLst>
          </p:cNvPr>
          <p:cNvGrpSpPr/>
          <p:nvPr/>
        </p:nvGrpSpPr>
        <p:grpSpPr>
          <a:xfrm>
            <a:off x="304805" y="154675"/>
            <a:ext cx="3784595" cy="6548650"/>
            <a:chOff x="304805" y="195049"/>
            <a:chExt cx="3784595" cy="6548650"/>
          </a:xfrm>
        </p:grpSpPr>
        <p:pic>
          <p:nvPicPr>
            <p:cNvPr id="14" name="Elemento grafico 13" descr="Posta elettronica">
              <a:extLst>
                <a:ext uri="{FF2B5EF4-FFF2-40B4-BE49-F238E27FC236}">
                  <a16:creationId xmlns:a16="http://schemas.microsoft.com/office/drawing/2014/main" id="{576C6833-5826-4034-9497-C18F6BA72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846047" y="195049"/>
              <a:ext cx="541554" cy="541554"/>
            </a:xfrm>
            <a:prstGeom prst="rect">
              <a:avLst/>
            </a:prstGeom>
          </p:spPr>
        </p:pic>
        <p:pic>
          <p:nvPicPr>
            <p:cNvPr id="15" name="Immagine 14">
              <a:extLst>
                <a:ext uri="{FF2B5EF4-FFF2-40B4-BE49-F238E27FC236}">
                  <a16:creationId xmlns:a16="http://schemas.microsoft.com/office/drawing/2014/main" id="{07E1A4B8-7F6A-402B-A9A7-354D1640D4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185" r="71042" b="9074"/>
            <a:stretch/>
          </p:blipFill>
          <p:spPr>
            <a:xfrm>
              <a:off x="588279" y="1170159"/>
              <a:ext cx="3187699" cy="5309010"/>
            </a:xfrm>
            <a:prstGeom prst="rect">
              <a:avLst/>
            </a:prstGeom>
          </p:spPr>
        </p:pic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E16860DA-1D60-494A-88DF-7FCC17EAD246}"/>
                </a:ext>
              </a:extLst>
            </p:cNvPr>
            <p:cNvSpPr/>
            <p:nvPr/>
          </p:nvSpPr>
          <p:spPr>
            <a:xfrm>
              <a:off x="304805" y="927100"/>
              <a:ext cx="3784595" cy="5816599"/>
            </a:xfrm>
            <a:prstGeom prst="rect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pic>
        <p:nvPicPr>
          <p:cNvPr id="17" name="Immagine 16">
            <a:extLst>
              <a:ext uri="{FF2B5EF4-FFF2-40B4-BE49-F238E27FC236}">
                <a16:creationId xmlns:a16="http://schemas.microsoft.com/office/drawing/2014/main" id="{70B342E2-9B95-44C9-B786-29362E4775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6536" y="279546"/>
            <a:ext cx="3397185" cy="170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489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1CE81BE1-99C3-4D9E-BCA8-D2617C44160A}"/>
              </a:ext>
            </a:extLst>
          </p:cNvPr>
          <p:cNvSpPr txBox="1"/>
          <p:nvPr/>
        </p:nvSpPr>
        <p:spPr>
          <a:xfrm>
            <a:off x="3723863" y="476189"/>
            <a:ext cx="7620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E-mail </a:t>
            </a:r>
            <a:r>
              <a:rPr lang="it-IT" sz="36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it-IT" sz="36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944FE69B-D58D-48DF-A2E4-59A1E026B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83" y="2708080"/>
            <a:ext cx="9468967" cy="3969405"/>
          </a:xfrm>
          <a:prstGeom prst="rect">
            <a:avLst/>
          </a:prstGeom>
        </p:spPr>
      </p:pic>
      <p:grpSp>
        <p:nvGrpSpPr>
          <p:cNvPr id="4" name="Gruppo 3">
            <a:extLst>
              <a:ext uri="{FF2B5EF4-FFF2-40B4-BE49-F238E27FC236}">
                <a16:creationId xmlns:a16="http://schemas.microsoft.com/office/drawing/2014/main" id="{6282D6BF-78D6-49EB-BC0C-34279D7BDF9D}"/>
              </a:ext>
            </a:extLst>
          </p:cNvPr>
          <p:cNvGrpSpPr/>
          <p:nvPr/>
        </p:nvGrpSpPr>
        <p:grpSpPr>
          <a:xfrm>
            <a:off x="527661" y="1668168"/>
            <a:ext cx="7313229" cy="1144552"/>
            <a:chOff x="527661" y="1668168"/>
            <a:chExt cx="7313229" cy="1144552"/>
          </a:xfrm>
        </p:grpSpPr>
        <p:grpSp>
          <p:nvGrpSpPr>
            <p:cNvPr id="21" name="Gruppo 20">
              <a:extLst>
                <a:ext uri="{FF2B5EF4-FFF2-40B4-BE49-F238E27FC236}">
                  <a16:creationId xmlns:a16="http://schemas.microsoft.com/office/drawing/2014/main" id="{A622D99B-47CD-4822-A545-4717FD9A7275}"/>
                </a:ext>
              </a:extLst>
            </p:cNvPr>
            <p:cNvGrpSpPr/>
            <p:nvPr/>
          </p:nvGrpSpPr>
          <p:grpSpPr>
            <a:xfrm>
              <a:off x="527661" y="1668168"/>
              <a:ext cx="4588370" cy="1144552"/>
              <a:chOff x="527661" y="1668168"/>
              <a:chExt cx="4588370" cy="1144552"/>
            </a:xfrm>
          </p:grpSpPr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89AE4A13-5330-473B-BE86-4B62D2EB1B2B}"/>
                  </a:ext>
                </a:extLst>
              </p:cNvPr>
              <p:cNvSpPr txBox="1"/>
              <p:nvPr/>
            </p:nvSpPr>
            <p:spPr>
              <a:xfrm>
                <a:off x="1756292" y="1704724"/>
                <a:ext cx="3359739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1" dirty="0">
                    <a:solidFill>
                      <a:schemeClr val="bg2">
                        <a:lumMod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Cleaning and Stop word</a:t>
                </a:r>
              </a:p>
              <a:p>
                <a:r>
                  <a:rPr lang="it-IT" sz="1600" b="1" dirty="0">
                    <a:solidFill>
                      <a:schemeClr val="bg2">
                        <a:lumMod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Most frequent word extraction</a:t>
                </a:r>
              </a:p>
              <a:p>
                <a:pPr algn="ctr"/>
                <a:endPara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it-IT" dirty="0"/>
              </a:p>
            </p:txBody>
          </p:sp>
          <p:grpSp>
            <p:nvGrpSpPr>
              <p:cNvPr id="6" name="Gruppo 5">
                <a:extLst>
                  <a:ext uri="{FF2B5EF4-FFF2-40B4-BE49-F238E27FC236}">
                    <a16:creationId xmlns:a16="http://schemas.microsoft.com/office/drawing/2014/main" id="{58EE6506-AC56-4E46-BA74-481D1DCEA358}"/>
                  </a:ext>
                </a:extLst>
              </p:cNvPr>
              <p:cNvGrpSpPr/>
              <p:nvPr/>
            </p:nvGrpSpPr>
            <p:grpSpPr>
              <a:xfrm>
                <a:off x="527661" y="1668168"/>
                <a:ext cx="1000543" cy="712688"/>
                <a:chOff x="5327380" y="3706629"/>
                <a:chExt cx="3829872" cy="2883497"/>
              </a:xfrm>
            </p:grpSpPr>
            <p:cxnSp>
              <p:nvCxnSpPr>
                <p:cNvPr id="7" name="Connettore 2 6">
                  <a:extLst>
                    <a:ext uri="{FF2B5EF4-FFF2-40B4-BE49-F238E27FC236}">
                      <a16:creationId xmlns:a16="http://schemas.microsoft.com/office/drawing/2014/main" id="{81437345-ECEB-4FD7-841F-527A52F4BF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459896" y="5141400"/>
                  <a:ext cx="3522191" cy="17954"/>
                </a:xfrm>
                <a:prstGeom prst="straightConnector1">
                  <a:avLst/>
                </a:prstGeom>
                <a:ln w="19050">
                  <a:solidFill>
                    <a:schemeClr val="bg2">
                      <a:lumMod val="25000"/>
                    </a:schemeClr>
                  </a:solidFill>
                  <a:prstDash val="lg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Rettangolo con angoli arrotondati 7">
                  <a:extLst>
                    <a:ext uri="{FF2B5EF4-FFF2-40B4-BE49-F238E27FC236}">
                      <a16:creationId xmlns:a16="http://schemas.microsoft.com/office/drawing/2014/main" id="{759538CA-9F49-440F-85ED-C2ACF65DEA85}"/>
                    </a:ext>
                  </a:extLst>
                </p:cNvPr>
                <p:cNvSpPr/>
                <p:nvPr/>
              </p:nvSpPr>
              <p:spPr>
                <a:xfrm>
                  <a:off x="5327380" y="3706629"/>
                  <a:ext cx="3829872" cy="2883497"/>
                </a:xfrm>
                <a:prstGeom prst="roundRect">
                  <a:avLst/>
                </a:prstGeom>
                <a:noFill/>
                <a:ln w="28575">
                  <a:solidFill>
                    <a:srgbClr val="DD8B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dirty="0"/>
                </a:p>
              </p:txBody>
            </p:sp>
            <p:sp>
              <p:nvSpPr>
                <p:cNvPr id="10" name="Rettangolo con angoli arrotondati 9">
                  <a:extLst>
                    <a:ext uri="{FF2B5EF4-FFF2-40B4-BE49-F238E27FC236}">
                      <a16:creationId xmlns:a16="http://schemas.microsoft.com/office/drawing/2014/main" id="{4D4B08E4-276F-44D1-AD83-069B4025224B}"/>
                    </a:ext>
                  </a:extLst>
                </p:cNvPr>
                <p:cNvSpPr/>
                <p:nvPr/>
              </p:nvSpPr>
              <p:spPr>
                <a:xfrm>
                  <a:off x="5773154" y="4702204"/>
                  <a:ext cx="999206" cy="892346"/>
                </a:xfrm>
                <a:prstGeom prst="roundRect">
                  <a:avLst/>
                </a:prstGeom>
                <a:solidFill>
                  <a:srgbClr val="DD8B00"/>
                </a:solidFill>
                <a:ln w="38100">
                  <a:solidFill>
                    <a:srgbClr val="DD8B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12" name="Rettangolo con angoli arrotondati 11">
                  <a:extLst>
                    <a:ext uri="{FF2B5EF4-FFF2-40B4-BE49-F238E27FC236}">
                      <a16:creationId xmlns:a16="http://schemas.microsoft.com/office/drawing/2014/main" id="{24833E56-3144-4535-A865-EC9B73F255C2}"/>
                    </a:ext>
                  </a:extLst>
                </p:cNvPr>
                <p:cNvSpPr/>
                <p:nvPr/>
              </p:nvSpPr>
              <p:spPr>
                <a:xfrm>
                  <a:off x="7505863" y="4695227"/>
                  <a:ext cx="999206" cy="892346"/>
                </a:xfrm>
                <a:prstGeom prst="roundRect">
                  <a:avLst/>
                </a:prstGeom>
                <a:solidFill>
                  <a:srgbClr val="DD8B00"/>
                </a:solidFill>
                <a:ln w="38100">
                  <a:solidFill>
                    <a:srgbClr val="DD8B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DA359D69-C766-479E-88A9-91598C6D9AC2}"/>
                </a:ext>
              </a:extLst>
            </p:cNvPr>
            <p:cNvSpPr txBox="1"/>
            <p:nvPr/>
          </p:nvSpPr>
          <p:spPr>
            <a:xfrm>
              <a:off x="3657839" y="1813333"/>
              <a:ext cx="41830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  </a:t>
              </a:r>
              <a:r>
                <a:rPr lang="it-IT" sz="1600" b="1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fn_words_extraction</a:t>
              </a:r>
              <a:endParaRPr lang="it-IT" dirty="0"/>
            </a:p>
          </p:txBody>
        </p:sp>
      </p:grpSp>
      <p:pic>
        <p:nvPicPr>
          <p:cNvPr id="15" name="Immagine 14">
            <a:extLst>
              <a:ext uri="{FF2B5EF4-FFF2-40B4-BE49-F238E27FC236}">
                <a16:creationId xmlns:a16="http://schemas.microsoft.com/office/drawing/2014/main" id="{6EB9FA54-639C-4C8B-950B-61F889584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600" y="281653"/>
            <a:ext cx="3359739" cy="168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27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o 9">
            <a:extLst>
              <a:ext uri="{FF2B5EF4-FFF2-40B4-BE49-F238E27FC236}">
                <a16:creationId xmlns:a16="http://schemas.microsoft.com/office/drawing/2014/main" id="{13F94C73-126F-4DB7-B300-791C6138B0FD}"/>
              </a:ext>
            </a:extLst>
          </p:cNvPr>
          <p:cNvGrpSpPr/>
          <p:nvPr/>
        </p:nvGrpSpPr>
        <p:grpSpPr>
          <a:xfrm>
            <a:off x="3139248" y="1322389"/>
            <a:ext cx="4929808" cy="2729412"/>
            <a:chOff x="3180523" y="569693"/>
            <a:chExt cx="4929808" cy="2729412"/>
          </a:xfrm>
        </p:grpSpPr>
        <p:grpSp>
          <p:nvGrpSpPr>
            <p:cNvPr id="2" name="Gruppo 1">
              <a:extLst>
                <a:ext uri="{FF2B5EF4-FFF2-40B4-BE49-F238E27FC236}">
                  <a16:creationId xmlns:a16="http://schemas.microsoft.com/office/drawing/2014/main" id="{CED55D84-815D-43DE-A7B7-B5F9C0359C45}"/>
                </a:ext>
              </a:extLst>
            </p:cNvPr>
            <p:cNvGrpSpPr/>
            <p:nvPr/>
          </p:nvGrpSpPr>
          <p:grpSpPr>
            <a:xfrm>
              <a:off x="3180523" y="569693"/>
              <a:ext cx="4929808" cy="2729412"/>
              <a:chOff x="6469592" y="2731054"/>
              <a:chExt cx="4485858" cy="2321297"/>
            </a:xfrm>
          </p:grpSpPr>
          <p:pic>
            <p:nvPicPr>
              <p:cNvPr id="3" name="Immagine 2">
                <a:extLst>
                  <a:ext uri="{FF2B5EF4-FFF2-40B4-BE49-F238E27FC236}">
                    <a16:creationId xmlns:a16="http://schemas.microsoft.com/office/drawing/2014/main" id="{13583284-8388-4C89-9561-8C3946BA9C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978" t="5079" r="75000" b="68371"/>
              <a:stretch/>
            </p:blipFill>
            <p:spPr>
              <a:xfrm>
                <a:off x="6883471" y="2840199"/>
                <a:ext cx="3658100" cy="2103007"/>
              </a:xfrm>
              <a:prstGeom prst="rect">
                <a:avLst/>
              </a:prstGeom>
            </p:spPr>
          </p:pic>
          <p:sp>
            <p:nvSpPr>
              <p:cNvPr id="5" name="Rettangolo 4">
                <a:extLst>
                  <a:ext uri="{FF2B5EF4-FFF2-40B4-BE49-F238E27FC236}">
                    <a16:creationId xmlns:a16="http://schemas.microsoft.com/office/drawing/2014/main" id="{8004B5A6-A11C-4D36-A49D-D9CBFB791F7C}"/>
                  </a:ext>
                </a:extLst>
              </p:cNvPr>
              <p:cNvSpPr/>
              <p:nvPr/>
            </p:nvSpPr>
            <p:spPr>
              <a:xfrm>
                <a:off x="6469592" y="2731054"/>
                <a:ext cx="4485858" cy="2321297"/>
              </a:xfrm>
              <a:prstGeom prst="rect">
                <a:avLst/>
              </a:prstGeom>
              <a:noFill/>
              <a:ln w="38100">
                <a:solidFill>
                  <a:srgbClr val="2D8E8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</p:grpSp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615B65FF-F7C7-4B3C-A0B2-3A9E8B92EB8B}"/>
                </a:ext>
              </a:extLst>
            </p:cNvPr>
            <p:cNvSpPr/>
            <p:nvPr/>
          </p:nvSpPr>
          <p:spPr>
            <a:xfrm>
              <a:off x="3692512" y="598267"/>
              <a:ext cx="193688" cy="3066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59150785-71DA-4066-B32F-1970543600C6}"/>
              </a:ext>
            </a:extLst>
          </p:cNvPr>
          <p:cNvGrpSpPr/>
          <p:nvPr/>
        </p:nvGrpSpPr>
        <p:grpSpPr>
          <a:xfrm>
            <a:off x="4478197" y="4819024"/>
            <a:ext cx="2327712" cy="802429"/>
            <a:chOff x="4605197" y="4819024"/>
            <a:chExt cx="2327712" cy="802429"/>
          </a:xfrm>
        </p:grpSpPr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9C325434-0CC1-479C-8116-09C6EB2A66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987" r="86413" b="59462"/>
            <a:stretch/>
          </p:blipFill>
          <p:spPr>
            <a:xfrm>
              <a:off x="4778984" y="4819024"/>
              <a:ext cx="2153925" cy="765461"/>
            </a:xfrm>
            <a:prstGeom prst="rect">
              <a:avLst/>
            </a:prstGeom>
          </p:spPr>
        </p:pic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6EB45879-3AC4-46C4-8A41-C0F575C185B7}"/>
                </a:ext>
              </a:extLst>
            </p:cNvPr>
            <p:cNvSpPr/>
            <p:nvPr/>
          </p:nvSpPr>
          <p:spPr>
            <a:xfrm>
              <a:off x="4605197" y="4855992"/>
              <a:ext cx="2153901" cy="765461"/>
            </a:xfrm>
            <a:prstGeom prst="rect">
              <a:avLst/>
            </a:prstGeom>
            <a:noFill/>
            <a:ln w="38100">
              <a:solidFill>
                <a:srgbClr val="DD8B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1C61F2D0-9A82-4FBB-90FA-A673EE1A4A95}"/>
              </a:ext>
            </a:extLst>
          </p:cNvPr>
          <p:cNvCxnSpPr>
            <a:cxnSpLocks/>
          </p:cNvCxnSpPr>
          <p:nvPr/>
        </p:nvCxnSpPr>
        <p:spPr>
          <a:xfrm>
            <a:off x="5632727" y="4053563"/>
            <a:ext cx="0" cy="765461"/>
          </a:xfrm>
          <a:prstGeom prst="straightConnector1">
            <a:avLst/>
          </a:prstGeom>
          <a:ln w="1905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F081BC0-A227-42CD-A07C-7C9FEF5D4B3D}"/>
              </a:ext>
            </a:extLst>
          </p:cNvPr>
          <p:cNvSpPr txBox="1"/>
          <p:nvPr/>
        </p:nvSpPr>
        <p:spPr>
          <a:xfrm>
            <a:off x="5448538" y="4531248"/>
            <a:ext cx="4183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fn_words_extraction</a:t>
            </a:r>
            <a:endParaRPr lang="it-IT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1F6C01EC-F9B2-4827-8424-9E8819140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249" y="180672"/>
            <a:ext cx="3396186" cy="169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440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1CE81BE1-99C3-4D9E-BCA8-D2617C44160A}"/>
              </a:ext>
            </a:extLst>
          </p:cNvPr>
          <p:cNvSpPr txBox="1"/>
          <p:nvPr/>
        </p:nvSpPr>
        <p:spPr>
          <a:xfrm>
            <a:off x="3723863" y="476189"/>
            <a:ext cx="7620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E-mail </a:t>
            </a:r>
            <a:r>
              <a:rPr lang="it-IT" sz="36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it-IT" sz="36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50E34569-CD65-490F-BF2C-C592D3DCAB70}"/>
              </a:ext>
            </a:extLst>
          </p:cNvPr>
          <p:cNvGrpSpPr/>
          <p:nvPr/>
        </p:nvGrpSpPr>
        <p:grpSpPr>
          <a:xfrm>
            <a:off x="527661" y="1456267"/>
            <a:ext cx="5898539" cy="930595"/>
            <a:chOff x="523365" y="2110970"/>
            <a:chExt cx="5898539" cy="930595"/>
          </a:xfrm>
        </p:grpSpPr>
        <p:sp>
          <p:nvSpPr>
            <p:cNvPr id="4" name="Rettangolo con angoli arrotondati 3">
              <a:extLst>
                <a:ext uri="{FF2B5EF4-FFF2-40B4-BE49-F238E27FC236}">
                  <a16:creationId xmlns:a16="http://schemas.microsoft.com/office/drawing/2014/main" id="{792A2D5F-1E29-4A48-A38B-7CE9073494EA}"/>
                </a:ext>
              </a:extLst>
            </p:cNvPr>
            <p:cNvSpPr/>
            <p:nvPr/>
          </p:nvSpPr>
          <p:spPr>
            <a:xfrm>
              <a:off x="523365" y="2110970"/>
              <a:ext cx="510306" cy="433448"/>
            </a:xfrm>
            <a:prstGeom prst="roundRect">
              <a:avLst/>
            </a:prstGeom>
            <a:solidFill>
              <a:srgbClr val="71982B"/>
            </a:solidFill>
            <a:ln w="38100">
              <a:solidFill>
                <a:srgbClr val="71982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89AE4A13-5330-473B-BE86-4B62D2EB1B2B}"/>
                </a:ext>
              </a:extLst>
            </p:cNvPr>
            <p:cNvSpPr txBox="1"/>
            <p:nvPr/>
          </p:nvSpPr>
          <p:spPr>
            <a:xfrm>
              <a:off x="932288" y="2179791"/>
              <a:ext cx="5489616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E-mail </a:t>
              </a:r>
              <a:r>
                <a:rPr lang="it-IT" sz="1600" b="1" dirty="0" err="1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sentences</a:t>
              </a:r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sz="1600" b="1" dirty="0" err="1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separation</a:t>
              </a:r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sz="16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 </a:t>
              </a:r>
              <a:r>
                <a:rPr lang="it-IT" sz="1600" b="1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fn_sentences_extraction</a:t>
              </a:r>
              <a:endParaRPr lang="it-IT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it-IT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it-IT" dirty="0"/>
            </a:p>
          </p:txBody>
        </p:sp>
      </p:grpSp>
      <p:pic>
        <p:nvPicPr>
          <p:cNvPr id="11" name="Immagine 10">
            <a:extLst>
              <a:ext uri="{FF2B5EF4-FFF2-40B4-BE49-F238E27FC236}">
                <a16:creationId xmlns:a16="http://schemas.microsoft.com/office/drawing/2014/main" id="{8D8302DA-BCCD-4341-9B39-A5D6CD1B7F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31" t="32970" r="50870" b="30048"/>
          <a:stretch/>
        </p:blipFill>
        <p:spPr>
          <a:xfrm>
            <a:off x="1848430" y="2418712"/>
            <a:ext cx="6407674" cy="3808456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EFFF603-712B-4562-97CE-9A3CA870F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104" y="141085"/>
            <a:ext cx="3255448" cy="162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4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o 2">
            <a:extLst>
              <a:ext uri="{FF2B5EF4-FFF2-40B4-BE49-F238E27FC236}">
                <a16:creationId xmlns:a16="http://schemas.microsoft.com/office/drawing/2014/main" id="{4C7DBDEF-6446-4E4C-BCD5-00A048F252EF}"/>
              </a:ext>
            </a:extLst>
          </p:cNvPr>
          <p:cNvGrpSpPr/>
          <p:nvPr/>
        </p:nvGrpSpPr>
        <p:grpSpPr>
          <a:xfrm>
            <a:off x="662480" y="4064566"/>
            <a:ext cx="10349948" cy="2540568"/>
            <a:chOff x="689113" y="4064566"/>
            <a:chExt cx="10349948" cy="2540568"/>
          </a:xfrm>
        </p:grpSpPr>
        <p:pic>
          <p:nvPicPr>
            <p:cNvPr id="2" name="Immagine 1">
              <a:extLst>
                <a:ext uri="{FF2B5EF4-FFF2-40B4-BE49-F238E27FC236}">
                  <a16:creationId xmlns:a16="http://schemas.microsoft.com/office/drawing/2014/main" id="{8C1DF3B5-9241-4833-ABFC-920C0948C0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637" r="28913" b="66957"/>
            <a:stretch/>
          </p:blipFill>
          <p:spPr>
            <a:xfrm>
              <a:off x="1073425" y="4233169"/>
              <a:ext cx="9965636" cy="2239983"/>
            </a:xfrm>
            <a:prstGeom prst="rect">
              <a:avLst/>
            </a:prstGeom>
          </p:spPr>
        </p:pic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4A7724D9-4174-4CF8-AD41-22475FA226F6}"/>
                </a:ext>
              </a:extLst>
            </p:cNvPr>
            <p:cNvSpPr/>
            <p:nvPr/>
          </p:nvSpPr>
          <p:spPr>
            <a:xfrm>
              <a:off x="689113" y="4064566"/>
              <a:ext cx="10349948" cy="2540568"/>
            </a:xfrm>
            <a:prstGeom prst="rect">
              <a:avLst/>
            </a:prstGeom>
            <a:noFill/>
            <a:ln w="38100">
              <a:solidFill>
                <a:srgbClr val="71982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08E06A62-44DA-4A29-A964-FC949FFE2B5D}"/>
              </a:ext>
            </a:extLst>
          </p:cNvPr>
          <p:cNvCxnSpPr>
            <a:cxnSpLocks/>
          </p:cNvCxnSpPr>
          <p:nvPr/>
        </p:nvCxnSpPr>
        <p:spPr>
          <a:xfrm>
            <a:off x="5645427" y="3299105"/>
            <a:ext cx="0" cy="765461"/>
          </a:xfrm>
          <a:prstGeom prst="straightConnector1">
            <a:avLst/>
          </a:prstGeom>
          <a:ln w="1905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25260456-9C02-4C4A-9414-A79FB6DA95A7}"/>
              </a:ext>
            </a:extLst>
          </p:cNvPr>
          <p:cNvGrpSpPr/>
          <p:nvPr/>
        </p:nvGrpSpPr>
        <p:grpSpPr>
          <a:xfrm>
            <a:off x="3151948" y="569694"/>
            <a:ext cx="4929808" cy="2729412"/>
            <a:chOff x="3180523" y="569694"/>
            <a:chExt cx="4929808" cy="2729412"/>
          </a:xfrm>
        </p:grpSpPr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4DD95B19-3457-4316-B343-ACD0111B94F0}"/>
                </a:ext>
              </a:extLst>
            </p:cNvPr>
            <p:cNvGrpSpPr/>
            <p:nvPr/>
          </p:nvGrpSpPr>
          <p:grpSpPr>
            <a:xfrm>
              <a:off x="3180523" y="569694"/>
              <a:ext cx="4929808" cy="2729412"/>
              <a:chOff x="6469592" y="2731054"/>
              <a:chExt cx="4485858" cy="2321297"/>
            </a:xfrm>
          </p:grpSpPr>
          <p:pic>
            <p:nvPicPr>
              <p:cNvPr id="15" name="Immagine 14">
                <a:extLst>
                  <a:ext uri="{FF2B5EF4-FFF2-40B4-BE49-F238E27FC236}">
                    <a16:creationId xmlns:a16="http://schemas.microsoft.com/office/drawing/2014/main" id="{5B9BB813-907F-4712-925C-E699B17A217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978" t="5079" r="75000" b="68371"/>
              <a:stretch/>
            </p:blipFill>
            <p:spPr>
              <a:xfrm>
                <a:off x="6883471" y="2840199"/>
                <a:ext cx="3658100" cy="2103007"/>
              </a:xfrm>
              <a:prstGeom prst="rect">
                <a:avLst/>
              </a:prstGeom>
            </p:spPr>
          </p:pic>
          <p:sp>
            <p:nvSpPr>
              <p:cNvPr id="17" name="Rettangolo 16">
                <a:extLst>
                  <a:ext uri="{FF2B5EF4-FFF2-40B4-BE49-F238E27FC236}">
                    <a16:creationId xmlns:a16="http://schemas.microsoft.com/office/drawing/2014/main" id="{CBD51B20-2804-4F9D-9D03-EC93974D9FFB}"/>
                  </a:ext>
                </a:extLst>
              </p:cNvPr>
              <p:cNvSpPr/>
              <p:nvPr/>
            </p:nvSpPr>
            <p:spPr>
              <a:xfrm>
                <a:off x="6469592" y="2731054"/>
                <a:ext cx="4485858" cy="2321297"/>
              </a:xfrm>
              <a:prstGeom prst="rect">
                <a:avLst/>
              </a:prstGeom>
              <a:noFill/>
              <a:ln w="38100">
                <a:solidFill>
                  <a:srgbClr val="2D8E8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</p:grpSp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32C97D1A-1158-404E-B397-79DF1DD18F0A}"/>
                </a:ext>
              </a:extLst>
            </p:cNvPr>
            <p:cNvSpPr/>
            <p:nvPr/>
          </p:nvSpPr>
          <p:spPr>
            <a:xfrm>
              <a:off x="3692512" y="598267"/>
              <a:ext cx="193688" cy="3066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19" name="Rettangolo 18">
            <a:extLst>
              <a:ext uri="{FF2B5EF4-FFF2-40B4-BE49-F238E27FC236}">
                <a16:creationId xmlns:a16="http://schemas.microsoft.com/office/drawing/2014/main" id="{2611A99C-E841-472E-875C-0A1DCC1C91C8}"/>
              </a:ext>
            </a:extLst>
          </p:cNvPr>
          <p:cNvSpPr/>
          <p:nvPr/>
        </p:nvSpPr>
        <p:spPr>
          <a:xfrm>
            <a:off x="546617" y="3594030"/>
            <a:ext cx="22862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t-IT" sz="1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fn_sentences_extraction</a:t>
            </a:r>
            <a:endParaRPr lang="it-IT" sz="1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D295800B-9DB4-4EE9-98E6-DBE7D7CA1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6595" y="252866"/>
            <a:ext cx="3033231" cy="151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180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1CE81BE1-99C3-4D9E-BCA8-D2617C44160A}"/>
              </a:ext>
            </a:extLst>
          </p:cNvPr>
          <p:cNvSpPr txBox="1"/>
          <p:nvPr/>
        </p:nvSpPr>
        <p:spPr>
          <a:xfrm>
            <a:off x="3723863" y="476189"/>
            <a:ext cx="7620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E-mail </a:t>
            </a:r>
            <a:r>
              <a:rPr lang="it-IT" sz="36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it-IT" sz="36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0F801767-AEF3-4AFC-93E5-E6F4ED404605}"/>
              </a:ext>
            </a:extLst>
          </p:cNvPr>
          <p:cNvGrpSpPr/>
          <p:nvPr/>
        </p:nvGrpSpPr>
        <p:grpSpPr>
          <a:xfrm>
            <a:off x="523365" y="1463270"/>
            <a:ext cx="6118735" cy="692857"/>
            <a:chOff x="523365" y="1463270"/>
            <a:chExt cx="6118735" cy="692857"/>
          </a:xfrm>
        </p:grpSpPr>
        <p:sp>
          <p:nvSpPr>
            <p:cNvPr id="4" name="Rettangolo con angoli arrotondati 3">
              <a:extLst>
                <a:ext uri="{FF2B5EF4-FFF2-40B4-BE49-F238E27FC236}">
                  <a16:creationId xmlns:a16="http://schemas.microsoft.com/office/drawing/2014/main" id="{792A2D5F-1E29-4A48-A38B-7CE9073494EA}"/>
                </a:ext>
              </a:extLst>
            </p:cNvPr>
            <p:cNvSpPr/>
            <p:nvPr/>
          </p:nvSpPr>
          <p:spPr>
            <a:xfrm>
              <a:off x="523365" y="1463270"/>
              <a:ext cx="510306" cy="433448"/>
            </a:xfrm>
            <a:prstGeom prst="roundRect">
              <a:avLst/>
            </a:prstGeom>
            <a:solidFill>
              <a:srgbClr val="654C8A"/>
            </a:solidFill>
            <a:ln w="38100">
              <a:solidFill>
                <a:srgbClr val="654C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0485C48E-75BF-4345-8328-CC5BB439AC7E}"/>
                </a:ext>
              </a:extLst>
            </p:cNvPr>
            <p:cNvSpPr txBox="1"/>
            <p:nvPr/>
          </p:nvSpPr>
          <p:spPr>
            <a:xfrm>
              <a:off x="1073428" y="1540574"/>
              <a:ext cx="5568672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Senteces selection with most frequent words </a:t>
              </a:r>
              <a:r>
                <a:rPr lang="it-IT" sz="16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 </a:t>
              </a:r>
              <a:r>
                <a:rPr lang="it-IT" sz="1600" b="1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fn_summary</a:t>
              </a:r>
              <a:endParaRPr lang="it-IT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it-IT" dirty="0"/>
            </a:p>
          </p:txBody>
        </p:sp>
      </p:grpSp>
      <p:pic>
        <p:nvPicPr>
          <p:cNvPr id="9" name="Immagine 8">
            <a:extLst>
              <a:ext uri="{FF2B5EF4-FFF2-40B4-BE49-F238E27FC236}">
                <a16:creationId xmlns:a16="http://schemas.microsoft.com/office/drawing/2014/main" id="{3965C29E-92CC-4BED-9871-0D264F8A9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857" y="2370752"/>
            <a:ext cx="8367066" cy="3667481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5E55948D-ACFF-4A0E-B2DF-9DD77A346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839" y="263869"/>
            <a:ext cx="3430796" cy="171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33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o 2">
            <a:extLst>
              <a:ext uri="{FF2B5EF4-FFF2-40B4-BE49-F238E27FC236}">
                <a16:creationId xmlns:a16="http://schemas.microsoft.com/office/drawing/2014/main" id="{18A5048B-47A6-4693-A983-2F0A24B09E2E}"/>
              </a:ext>
            </a:extLst>
          </p:cNvPr>
          <p:cNvGrpSpPr/>
          <p:nvPr/>
        </p:nvGrpSpPr>
        <p:grpSpPr>
          <a:xfrm>
            <a:off x="3547861" y="5062108"/>
            <a:ext cx="2327712" cy="802429"/>
            <a:chOff x="4605197" y="4819024"/>
            <a:chExt cx="2327712" cy="802429"/>
          </a:xfrm>
        </p:grpSpPr>
        <p:pic>
          <p:nvPicPr>
            <p:cNvPr id="4" name="Immagine 3">
              <a:extLst>
                <a:ext uri="{FF2B5EF4-FFF2-40B4-BE49-F238E27FC236}">
                  <a16:creationId xmlns:a16="http://schemas.microsoft.com/office/drawing/2014/main" id="{6376FC66-349F-4329-B83B-87192A8A39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987" r="86413" b="59462"/>
            <a:stretch/>
          </p:blipFill>
          <p:spPr>
            <a:xfrm>
              <a:off x="4778984" y="4819024"/>
              <a:ext cx="2153925" cy="765461"/>
            </a:xfrm>
            <a:prstGeom prst="rect">
              <a:avLst/>
            </a:prstGeom>
          </p:spPr>
        </p:pic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BFC63A4A-2920-457F-B59C-30F1A3C17D92}"/>
                </a:ext>
              </a:extLst>
            </p:cNvPr>
            <p:cNvSpPr/>
            <p:nvPr/>
          </p:nvSpPr>
          <p:spPr>
            <a:xfrm>
              <a:off x="4605197" y="4855992"/>
              <a:ext cx="2153901" cy="765461"/>
            </a:xfrm>
            <a:prstGeom prst="rect">
              <a:avLst/>
            </a:prstGeom>
            <a:noFill/>
            <a:ln w="38100">
              <a:solidFill>
                <a:srgbClr val="DD8B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grpSp>
        <p:nvGrpSpPr>
          <p:cNvPr id="8" name="Gruppo 7">
            <a:extLst>
              <a:ext uri="{FF2B5EF4-FFF2-40B4-BE49-F238E27FC236}">
                <a16:creationId xmlns:a16="http://schemas.microsoft.com/office/drawing/2014/main" id="{573C088D-B914-484F-BB80-CC00A7CD36F3}"/>
              </a:ext>
            </a:extLst>
          </p:cNvPr>
          <p:cNvGrpSpPr/>
          <p:nvPr/>
        </p:nvGrpSpPr>
        <p:grpSpPr>
          <a:xfrm>
            <a:off x="139700" y="2081544"/>
            <a:ext cx="7531100" cy="1745624"/>
            <a:chOff x="88914" y="1541017"/>
            <a:chExt cx="10349948" cy="2540568"/>
          </a:xfrm>
        </p:grpSpPr>
        <p:sp>
          <p:nvSpPr>
            <p:cNvPr id="6" name="Rettangolo 5">
              <a:extLst>
                <a:ext uri="{FF2B5EF4-FFF2-40B4-BE49-F238E27FC236}">
                  <a16:creationId xmlns:a16="http://schemas.microsoft.com/office/drawing/2014/main" id="{1C158D36-7A38-471B-94D3-AD9471479234}"/>
                </a:ext>
              </a:extLst>
            </p:cNvPr>
            <p:cNvSpPr/>
            <p:nvPr/>
          </p:nvSpPr>
          <p:spPr>
            <a:xfrm>
              <a:off x="88914" y="1541017"/>
              <a:ext cx="10349948" cy="2540568"/>
            </a:xfrm>
            <a:prstGeom prst="rect">
              <a:avLst/>
            </a:prstGeom>
            <a:noFill/>
            <a:ln w="38100">
              <a:solidFill>
                <a:srgbClr val="71982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23977F7E-6510-4E0D-8E54-63D78176A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637" r="28913" b="66957"/>
            <a:stretch/>
          </p:blipFill>
          <p:spPr>
            <a:xfrm>
              <a:off x="281070" y="1634592"/>
              <a:ext cx="9965636" cy="2239983"/>
            </a:xfrm>
            <a:prstGeom prst="rect">
              <a:avLst/>
            </a:prstGeom>
          </p:spPr>
        </p:pic>
      </p:grpSp>
      <p:cxnSp>
        <p:nvCxnSpPr>
          <p:cNvPr id="9" name="Connettore a gomito 8">
            <a:extLst>
              <a:ext uri="{FF2B5EF4-FFF2-40B4-BE49-F238E27FC236}">
                <a16:creationId xmlns:a16="http://schemas.microsoft.com/office/drawing/2014/main" id="{3ED4C3A1-C5EC-4CDD-8EC6-556109F4E5A7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670800" y="2954356"/>
            <a:ext cx="1147448" cy="872812"/>
          </a:xfrm>
          <a:prstGeom prst="bentConnector3">
            <a:avLst>
              <a:gd name="adj1" fmla="val 50000"/>
            </a:avLst>
          </a:prstGeom>
          <a:ln w="190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a gomito 12">
            <a:extLst>
              <a:ext uri="{FF2B5EF4-FFF2-40B4-BE49-F238E27FC236}">
                <a16:creationId xmlns:a16="http://schemas.microsoft.com/office/drawing/2014/main" id="{7A103639-9958-4F11-B2E9-2AD4F8E71CD5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 flipV="1">
            <a:off x="5701762" y="4023339"/>
            <a:ext cx="3116486" cy="1458468"/>
          </a:xfrm>
          <a:prstGeom prst="bentConnector3">
            <a:avLst>
              <a:gd name="adj1" fmla="val 81378"/>
            </a:avLst>
          </a:prstGeom>
          <a:ln w="190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uppo 9">
            <a:extLst>
              <a:ext uri="{FF2B5EF4-FFF2-40B4-BE49-F238E27FC236}">
                <a16:creationId xmlns:a16="http://schemas.microsoft.com/office/drawing/2014/main" id="{E469B28D-0E86-4CEA-8765-5B883747425A}"/>
              </a:ext>
            </a:extLst>
          </p:cNvPr>
          <p:cNvGrpSpPr/>
          <p:nvPr/>
        </p:nvGrpSpPr>
        <p:grpSpPr>
          <a:xfrm>
            <a:off x="8818248" y="3241333"/>
            <a:ext cx="3373752" cy="1573311"/>
            <a:chOff x="8818248" y="3241333"/>
            <a:chExt cx="3373752" cy="1573311"/>
          </a:xfrm>
        </p:grpSpPr>
        <p:grpSp>
          <p:nvGrpSpPr>
            <p:cNvPr id="17" name="Gruppo 16">
              <a:extLst>
                <a:ext uri="{FF2B5EF4-FFF2-40B4-BE49-F238E27FC236}">
                  <a16:creationId xmlns:a16="http://schemas.microsoft.com/office/drawing/2014/main" id="{FABE1EE8-4727-4899-9516-6DD5DDAFBBAC}"/>
                </a:ext>
              </a:extLst>
            </p:cNvPr>
            <p:cNvGrpSpPr/>
            <p:nvPr/>
          </p:nvGrpSpPr>
          <p:grpSpPr>
            <a:xfrm>
              <a:off x="8818248" y="3470760"/>
              <a:ext cx="3373752" cy="1343884"/>
              <a:chOff x="8281532" y="4932192"/>
              <a:chExt cx="3373752" cy="1343884"/>
            </a:xfrm>
          </p:grpSpPr>
          <p:pic>
            <p:nvPicPr>
              <p:cNvPr id="15" name="Immagine 14">
                <a:extLst>
                  <a:ext uri="{FF2B5EF4-FFF2-40B4-BE49-F238E27FC236}">
                    <a16:creationId xmlns:a16="http://schemas.microsoft.com/office/drawing/2014/main" id="{55727E4E-558B-4097-AE57-611B6EA1715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053" r="71913" b="75231"/>
              <a:stretch/>
            </p:blipFill>
            <p:spPr>
              <a:xfrm>
                <a:off x="8416476" y="4997234"/>
                <a:ext cx="3238808" cy="1278842"/>
              </a:xfrm>
              <a:prstGeom prst="rect">
                <a:avLst/>
              </a:prstGeom>
            </p:spPr>
          </p:pic>
          <p:sp>
            <p:nvSpPr>
              <p:cNvPr id="16" name="Rettangolo 15">
                <a:extLst>
                  <a:ext uri="{FF2B5EF4-FFF2-40B4-BE49-F238E27FC236}">
                    <a16:creationId xmlns:a16="http://schemas.microsoft.com/office/drawing/2014/main" id="{5AE2F4FB-D5FA-4F21-BBAB-4568EAF8625E}"/>
                  </a:ext>
                </a:extLst>
              </p:cNvPr>
              <p:cNvSpPr/>
              <p:nvPr/>
            </p:nvSpPr>
            <p:spPr>
              <a:xfrm>
                <a:off x="8281532" y="4932192"/>
                <a:ext cx="193688" cy="3066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</p:grp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C11D95DD-0D37-46B6-AE3F-6C2B66AFBCAB}"/>
                </a:ext>
              </a:extLst>
            </p:cNvPr>
            <p:cNvSpPr/>
            <p:nvPr/>
          </p:nvSpPr>
          <p:spPr>
            <a:xfrm>
              <a:off x="8818248" y="3241333"/>
              <a:ext cx="3234052" cy="1564011"/>
            </a:xfrm>
            <a:prstGeom prst="rect">
              <a:avLst/>
            </a:prstGeom>
            <a:noFill/>
            <a:ln w="38100">
              <a:solidFill>
                <a:srgbClr val="5B44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31" name="Rettangolo 30">
            <a:extLst>
              <a:ext uri="{FF2B5EF4-FFF2-40B4-BE49-F238E27FC236}">
                <a16:creationId xmlns:a16="http://schemas.microsoft.com/office/drawing/2014/main" id="{66995258-EE7C-470B-89CE-78F6CFFCD2A6}"/>
              </a:ext>
            </a:extLst>
          </p:cNvPr>
          <p:cNvSpPr/>
          <p:nvPr/>
        </p:nvSpPr>
        <p:spPr>
          <a:xfrm>
            <a:off x="8654922" y="2665022"/>
            <a:ext cx="13612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fn_summary</a:t>
            </a:r>
            <a:endParaRPr lang="it-IT" sz="1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7956C762-CFB8-42F1-8563-30185F2E51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413" y="292319"/>
            <a:ext cx="3234052" cy="161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59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47FC3433-5B54-4AD3-AA9C-C970AA8B4CFD}"/>
              </a:ext>
            </a:extLst>
          </p:cNvPr>
          <p:cNvSpPr txBox="1"/>
          <p:nvPr/>
        </p:nvSpPr>
        <p:spPr>
          <a:xfrm>
            <a:off x="3361424" y="314900"/>
            <a:ext cx="7620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E-mail </a:t>
            </a:r>
            <a:r>
              <a:rPr lang="it-IT" sz="36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it-IT" sz="36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FC33B25-E3B0-4F59-AA52-C8939678E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844" y="180581"/>
            <a:ext cx="3286538" cy="1561301"/>
          </a:xfrm>
          <a:prstGeom prst="rect">
            <a:avLst/>
          </a:prstGeom>
        </p:spPr>
      </p:pic>
      <p:grpSp>
        <p:nvGrpSpPr>
          <p:cNvPr id="9" name="Gruppo 8">
            <a:extLst>
              <a:ext uri="{FF2B5EF4-FFF2-40B4-BE49-F238E27FC236}">
                <a16:creationId xmlns:a16="http://schemas.microsoft.com/office/drawing/2014/main" id="{7BCA9AE8-05F9-4392-A56D-80914073333C}"/>
              </a:ext>
            </a:extLst>
          </p:cNvPr>
          <p:cNvGrpSpPr/>
          <p:nvPr/>
        </p:nvGrpSpPr>
        <p:grpSpPr>
          <a:xfrm>
            <a:off x="715618" y="1741882"/>
            <a:ext cx="5658676" cy="668562"/>
            <a:chOff x="715618" y="1741882"/>
            <a:chExt cx="5658676" cy="668562"/>
          </a:xfrm>
        </p:grpSpPr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890E0876-1CF0-47BF-A836-B4555999175F}"/>
                </a:ext>
              </a:extLst>
            </p:cNvPr>
            <p:cNvSpPr/>
            <p:nvPr/>
          </p:nvSpPr>
          <p:spPr>
            <a:xfrm>
              <a:off x="715618" y="1741882"/>
              <a:ext cx="457299" cy="431475"/>
            </a:xfrm>
            <a:prstGeom prst="ellipse">
              <a:avLst/>
            </a:prstGeom>
            <a:solidFill>
              <a:srgbClr val="339966"/>
            </a:solidFill>
            <a:ln>
              <a:solidFill>
                <a:srgbClr val="33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535F4A78-0D41-45C5-8D38-A78A4B2043DF}"/>
                </a:ext>
              </a:extLst>
            </p:cNvPr>
            <p:cNvSpPr txBox="1"/>
            <p:nvPr/>
          </p:nvSpPr>
          <p:spPr>
            <a:xfrm>
              <a:off x="1277008" y="1794891"/>
              <a:ext cx="5097286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Coherent words: Storage – Farming – Net - Sysop</a:t>
              </a:r>
            </a:p>
            <a:p>
              <a:endParaRPr lang="it-IT" dirty="0"/>
            </a:p>
          </p:txBody>
        </p:sp>
      </p:grpSp>
      <p:pic>
        <p:nvPicPr>
          <p:cNvPr id="8" name="Immagine 7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2B9D3246-6483-19B2-3AF9-3214A07CFC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852" b="16116"/>
          <a:stretch/>
        </p:blipFill>
        <p:spPr>
          <a:xfrm>
            <a:off x="1421542" y="3187844"/>
            <a:ext cx="9348915" cy="162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98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47FC3433-5B54-4AD3-AA9C-C970AA8B4CFD}"/>
              </a:ext>
            </a:extLst>
          </p:cNvPr>
          <p:cNvSpPr txBox="1"/>
          <p:nvPr/>
        </p:nvSpPr>
        <p:spPr>
          <a:xfrm>
            <a:off x="3361424" y="314900"/>
            <a:ext cx="7620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E-mail </a:t>
            </a:r>
            <a:r>
              <a:rPr lang="it-IT" sz="36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it-IT" sz="36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FC33B25-E3B0-4F59-AA52-C8939678E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844" y="180581"/>
            <a:ext cx="3286538" cy="1561301"/>
          </a:xfrm>
          <a:prstGeom prst="rect">
            <a:avLst/>
          </a:prstGeom>
        </p:spPr>
      </p:pic>
      <p:grpSp>
        <p:nvGrpSpPr>
          <p:cNvPr id="7" name="Gruppo 6">
            <a:extLst>
              <a:ext uri="{FF2B5EF4-FFF2-40B4-BE49-F238E27FC236}">
                <a16:creationId xmlns:a16="http://schemas.microsoft.com/office/drawing/2014/main" id="{D919875A-A949-4847-B3A1-4D21500D6C58}"/>
              </a:ext>
            </a:extLst>
          </p:cNvPr>
          <p:cNvGrpSpPr/>
          <p:nvPr/>
        </p:nvGrpSpPr>
        <p:grpSpPr>
          <a:xfrm>
            <a:off x="715618" y="1741882"/>
            <a:ext cx="4051298" cy="626924"/>
            <a:chOff x="715618" y="1741882"/>
            <a:chExt cx="4051298" cy="626924"/>
          </a:xfrm>
        </p:grpSpPr>
        <p:sp>
          <p:nvSpPr>
            <p:cNvPr id="4" name="Rettangolo con angoli arrotondati 3">
              <a:extLst>
                <a:ext uri="{FF2B5EF4-FFF2-40B4-BE49-F238E27FC236}">
                  <a16:creationId xmlns:a16="http://schemas.microsoft.com/office/drawing/2014/main" id="{82CBBE3B-46F2-452F-B7FB-5487F88F4B8D}"/>
                </a:ext>
              </a:extLst>
            </p:cNvPr>
            <p:cNvSpPr/>
            <p:nvPr/>
          </p:nvSpPr>
          <p:spPr>
            <a:xfrm>
              <a:off x="715618" y="1741882"/>
              <a:ext cx="510306" cy="433448"/>
            </a:xfrm>
            <a:prstGeom prst="roundRect">
              <a:avLst/>
            </a:prstGeom>
            <a:solidFill>
              <a:srgbClr val="CC3300"/>
            </a:solidFill>
            <a:ln w="38100">
              <a:solidFill>
                <a:srgbClr val="CC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CA2F2724-9E5D-4341-840F-C2803D143211}"/>
                </a:ext>
              </a:extLst>
            </p:cNvPr>
            <p:cNvSpPr txBox="1"/>
            <p:nvPr/>
          </p:nvSpPr>
          <p:spPr>
            <a:xfrm>
              <a:off x="1225924" y="1753253"/>
              <a:ext cx="3540992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b="1" dirty="0" err="1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Classification</a:t>
              </a:r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t-IT" sz="1600" b="1" dirty="0" err="1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defintion</a:t>
              </a:r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- </a:t>
              </a:r>
              <a:r>
                <a:rPr lang="it-IT" sz="16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fn_group1</a:t>
              </a:r>
            </a:p>
            <a:p>
              <a:endParaRPr lang="it-IT" dirty="0"/>
            </a:p>
          </p:txBody>
        </p:sp>
      </p:grpSp>
      <p:pic>
        <p:nvPicPr>
          <p:cNvPr id="9" name="Immagine 8">
            <a:extLst>
              <a:ext uri="{FF2B5EF4-FFF2-40B4-BE49-F238E27FC236}">
                <a16:creationId xmlns:a16="http://schemas.microsoft.com/office/drawing/2014/main" id="{337B6B0E-68C8-4211-9D6A-C6F233B5DA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705" y="2175330"/>
            <a:ext cx="6311910" cy="418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42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o 3">
            <a:extLst>
              <a:ext uri="{FF2B5EF4-FFF2-40B4-BE49-F238E27FC236}">
                <a16:creationId xmlns:a16="http://schemas.microsoft.com/office/drawing/2014/main" id="{39437CC4-2EE4-4AF1-B785-185D48AEADCF}"/>
              </a:ext>
            </a:extLst>
          </p:cNvPr>
          <p:cNvGrpSpPr/>
          <p:nvPr/>
        </p:nvGrpSpPr>
        <p:grpSpPr>
          <a:xfrm>
            <a:off x="830044" y="4173882"/>
            <a:ext cx="2327712" cy="802429"/>
            <a:chOff x="4605197" y="4819024"/>
            <a:chExt cx="2327712" cy="802429"/>
          </a:xfrm>
        </p:grpSpPr>
        <p:pic>
          <p:nvPicPr>
            <p:cNvPr id="5" name="Immagine 4">
              <a:extLst>
                <a:ext uri="{FF2B5EF4-FFF2-40B4-BE49-F238E27FC236}">
                  <a16:creationId xmlns:a16="http://schemas.microsoft.com/office/drawing/2014/main" id="{A93226C9-7EC0-4FCB-A3E7-B68659B9BC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987" r="86413" b="59462"/>
            <a:stretch/>
          </p:blipFill>
          <p:spPr>
            <a:xfrm>
              <a:off x="4778984" y="4819024"/>
              <a:ext cx="2153925" cy="765461"/>
            </a:xfrm>
            <a:prstGeom prst="rect">
              <a:avLst/>
            </a:prstGeom>
          </p:spPr>
        </p:pic>
        <p:sp>
          <p:nvSpPr>
            <p:cNvPr id="6" name="Rettangolo 5">
              <a:extLst>
                <a:ext uri="{FF2B5EF4-FFF2-40B4-BE49-F238E27FC236}">
                  <a16:creationId xmlns:a16="http://schemas.microsoft.com/office/drawing/2014/main" id="{DA19C2C5-8120-4DEB-8D34-FBB240283A4C}"/>
                </a:ext>
              </a:extLst>
            </p:cNvPr>
            <p:cNvSpPr/>
            <p:nvPr/>
          </p:nvSpPr>
          <p:spPr>
            <a:xfrm>
              <a:off x="4605197" y="4855992"/>
              <a:ext cx="2153901" cy="765461"/>
            </a:xfrm>
            <a:prstGeom prst="rect">
              <a:avLst/>
            </a:prstGeom>
            <a:noFill/>
            <a:ln w="38100">
              <a:solidFill>
                <a:srgbClr val="DD8B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pic>
        <p:nvPicPr>
          <p:cNvPr id="7" name="Immagine 6">
            <a:extLst>
              <a:ext uri="{FF2B5EF4-FFF2-40B4-BE49-F238E27FC236}">
                <a16:creationId xmlns:a16="http://schemas.microsoft.com/office/drawing/2014/main" id="{E14F7B51-5C89-4A12-902F-CEFE3F80D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524" y="736600"/>
            <a:ext cx="3025057" cy="1437082"/>
          </a:xfrm>
          <a:prstGeom prst="rect">
            <a:avLst/>
          </a:prstGeom>
        </p:spPr>
      </p:pic>
      <p:sp>
        <p:nvSpPr>
          <p:cNvPr id="14" name="Rettangolo 13">
            <a:extLst>
              <a:ext uri="{FF2B5EF4-FFF2-40B4-BE49-F238E27FC236}">
                <a16:creationId xmlns:a16="http://schemas.microsoft.com/office/drawing/2014/main" id="{E91DBD30-1EB4-4B36-B6D1-0E20ADAFF5BD}"/>
              </a:ext>
            </a:extLst>
          </p:cNvPr>
          <p:cNvSpPr/>
          <p:nvPr/>
        </p:nvSpPr>
        <p:spPr>
          <a:xfrm>
            <a:off x="5692698" y="3442391"/>
            <a:ext cx="1490444" cy="2320134"/>
          </a:xfrm>
          <a:prstGeom prst="rect">
            <a:avLst/>
          </a:prstGeom>
          <a:noFill/>
          <a:ln w="38100">
            <a:solidFill>
              <a:srgbClr val="CC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9058597C-3442-4413-A92C-A126BFA47978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>
            <a:off x="2983945" y="4593581"/>
            <a:ext cx="2708753" cy="8877"/>
          </a:xfrm>
          <a:prstGeom prst="straightConnector1">
            <a:avLst/>
          </a:prstGeom>
          <a:ln w="1905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E21234F7-8AB3-4B31-97EF-7570729E119E}"/>
              </a:ext>
            </a:extLst>
          </p:cNvPr>
          <p:cNvCxnSpPr>
            <a:cxnSpLocks/>
          </p:cNvCxnSpPr>
          <p:nvPr/>
        </p:nvCxnSpPr>
        <p:spPr>
          <a:xfrm>
            <a:off x="6437920" y="2187652"/>
            <a:ext cx="0" cy="1268956"/>
          </a:xfrm>
          <a:prstGeom prst="straightConnector1">
            <a:avLst/>
          </a:prstGeom>
          <a:ln w="1905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tangolo 26">
            <a:extLst>
              <a:ext uri="{FF2B5EF4-FFF2-40B4-BE49-F238E27FC236}">
                <a16:creationId xmlns:a16="http://schemas.microsoft.com/office/drawing/2014/main" id="{E0DF9B06-EC74-4A95-8350-C7BE1A077C7D}"/>
              </a:ext>
            </a:extLst>
          </p:cNvPr>
          <p:cNvSpPr/>
          <p:nvPr/>
        </p:nvSpPr>
        <p:spPr>
          <a:xfrm>
            <a:off x="7183142" y="2967420"/>
            <a:ext cx="10930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fn_group1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884036E9-4F0C-A9FE-8C8B-1F2AF950C9E9}"/>
              </a:ext>
            </a:extLst>
          </p:cNvPr>
          <p:cNvGrpSpPr/>
          <p:nvPr/>
        </p:nvGrpSpPr>
        <p:grpSpPr>
          <a:xfrm>
            <a:off x="763483" y="923739"/>
            <a:ext cx="6329776" cy="1255318"/>
            <a:chOff x="763483" y="923739"/>
            <a:chExt cx="6329776" cy="1255318"/>
          </a:xfrm>
        </p:grpSpPr>
        <p:sp>
          <p:nvSpPr>
            <p:cNvPr id="24" name="Rettangolo 23">
              <a:extLst>
                <a:ext uri="{FF2B5EF4-FFF2-40B4-BE49-F238E27FC236}">
                  <a16:creationId xmlns:a16="http://schemas.microsoft.com/office/drawing/2014/main" id="{E15607D1-9860-4CF7-9D08-3CC4514525DA}"/>
                </a:ext>
              </a:extLst>
            </p:cNvPr>
            <p:cNvSpPr/>
            <p:nvPr/>
          </p:nvSpPr>
          <p:spPr>
            <a:xfrm>
              <a:off x="763483" y="923739"/>
              <a:ext cx="6329776" cy="1255318"/>
            </a:xfrm>
            <a:prstGeom prst="rect">
              <a:avLst/>
            </a:prstGeom>
            <a:noFill/>
            <a:ln w="38100">
              <a:solidFill>
                <a:srgbClr val="33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2" name="Immagine 1">
              <a:extLst>
                <a:ext uri="{FF2B5EF4-FFF2-40B4-BE49-F238E27FC236}">
                  <a16:creationId xmlns:a16="http://schemas.microsoft.com/office/drawing/2014/main" id="{93463A13-ED02-FE63-C21B-0FF462409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3831" y="987728"/>
              <a:ext cx="5920752" cy="1127340"/>
            </a:xfrm>
            <a:prstGeom prst="rect">
              <a:avLst/>
            </a:prstGeom>
          </p:spPr>
        </p:pic>
      </p:grp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DBB1FCD-2177-752B-246F-187DD98F6C58}"/>
              </a:ext>
            </a:extLst>
          </p:cNvPr>
          <p:cNvSpPr txBox="1"/>
          <p:nvPr/>
        </p:nvSpPr>
        <p:spPr>
          <a:xfrm>
            <a:off x="6249879" y="4403326"/>
            <a:ext cx="41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7552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ttore 2 1">
            <a:extLst>
              <a:ext uri="{FF2B5EF4-FFF2-40B4-BE49-F238E27FC236}">
                <a16:creationId xmlns:a16="http://schemas.microsoft.com/office/drawing/2014/main" id="{8CAC2B6C-B80C-47DA-A107-1AA63CC0A183}"/>
              </a:ext>
            </a:extLst>
          </p:cNvPr>
          <p:cNvCxnSpPr>
            <a:cxnSpLocks/>
          </p:cNvCxnSpPr>
          <p:nvPr/>
        </p:nvCxnSpPr>
        <p:spPr>
          <a:xfrm flipH="1" flipV="1">
            <a:off x="5807345" y="3281067"/>
            <a:ext cx="9079" cy="1573157"/>
          </a:xfrm>
          <a:prstGeom prst="straightConnector1">
            <a:avLst/>
          </a:prstGeom>
          <a:ln w="1905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po 4">
            <a:extLst>
              <a:ext uri="{FF2B5EF4-FFF2-40B4-BE49-F238E27FC236}">
                <a16:creationId xmlns:a16="http://schemas.microsoft.com/office/drawing/2014/main" id="{AD3A7CA5-2B85-4F2F-B8A2-658A791A3187}"/>
              </a:ext>
            </a:extLst>
          </p:cNvPr>
          <p:cNvGrpSpPr/>
          <p:nvPr/>
        </p:nvGrpSpPr>
        <p:grpSpPr>
          <a:xfrm>
            <a:off x="5168901" y="4754289"/>
            <a:ext cx="3319128" cy="1600438"/>
            <a:chOff x="8450521" y="1448285"/>
            <a:chExt cx="3319128" cy="1600438"/>
          </a:xfrm>
        </p:grpSpPr>
        <p:sp>
          <p:nvSpPr>
            <p:cNvPr id="3" name="Ovale 2">
              <a:extLst>
                <a:ext uri="{FF2B5EF4-FFF2-40B4-BE49-F238E27FC236}">
                  <a16:creationId xmlns:a16="http://schemas.microsoft.com/office/drawing/2014/main" id="{66C3E0D0-0E6B-4416-8796-A3459E366766}"/>
                </a:ext>
              </a:extLst>
            </p:cNvPr>
            <p:cNvSpPr/>
            <p:nvPr/>
          </p:nvSpPr>
          <p:spPr>
            <a:xfrm>
              <a:off x="8450521" y="1488208"/>
              <a:ext cx="1179444" cy="1161826"/>
            </a:xfrm>
            <a:prstGeom prst="ellipse">
              <a:avLst/>
            </a:prstGeom>
            <a:solidFill>
              <a:srgbClr val="339966"/>
            </a:solidFill>
            <a:ln>
              <a:solidFill>
                <a:srgbClr val="33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FCA0AF17-6D36-4D88-89E4-8519152B99FF}"/>
                </a:ext>
              </a:extLst>
            </p:cNvPr>
            <p:cNvSpPr txBox="1"/>
            <p:nvPr/>
          </p:nvSpPr>
          <p:spPr>
            <a:xfrm>
              <a:off x="9837634" y="1448285"/>
              <a:ext cx="1932015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Coherent words:</a:t>
              </a:r>
            </a:p>
            <a:p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Storage</a:t>
              </a:r>
            </a:p>
            <a:p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Farming</a:t>
              </a:r>
            </a:p>
            <a:p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Net</a:t>
              </a:r>
            </a:p>
            <a:p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Sysop</a:t>
              </a:r>
            </a:p>
            <a:p>
              <a:endParaRPr lang="it-IT" dirty="0"/>
            </a:p>
          </p:txBody>
        </p:sp>
      </p:grp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41DA8F98-0127-4F94-964F-11D07B906F5D}"/>
              </a:ext>
            </a:extLst>
          </p:cNvPr>
          <p:cNvCxnSpPr>
            <a:cxnSpLocks/>
          </p:cNvCxnSpPr>
          <p:nvPr/>
        </p:nvCxnSpPr>
        <p:spPr>
          <a:xfrm>
            <a:off x="3543817" y="2926239"/>
            <a:ext cx="1773004" cy="0"/>
          </a:xfrm>
          <a:prstGeom prst="straightConnector1">
            <a:avLst/>
          </a:prstGeom>
          <a:ln w="1905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D9AABA8-6EED-4279-B176-8D19A1D9A2C6}"/>
              </a:ext>
            </a:extLst>
          </p:cNvPr>
          <p:cNvSpPr txBox="1"/>
          <p:nvPr/>
        </p:nvSpPr>
        <p:spPr>
          <a:xfrm>
            <a:off x="1034776" y="356578"/>
            <a:ext cx="97535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it-IT" sz="28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defintion</a:t>
            </a:r>
            <a:r>
              <a:rPr lang="it-IT" sz="28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Alternative Method </a:t>
            </a:r>
          </a:p>
          <a:p>
            <a:endParaRPr lang="it-IT" dirty="0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33F8E0A9-B5F5-492A-8239-3C507A9BBD8E}"/>
              </a:ext>
            </a:extLst>
          </p:cNvPr>
          <p:cNvSpPr/>
          <p:nvPr/>
        </p:nvSpPr>
        <p:spPr>
          <a:xfrm>
            <a:off x="5316821" y="2388720"/>
            <a:ext cx="999206" cy="892346"/>
          </a:xfrm>
          <a:prstGeom prst="roundRect">
            <a:avLst/>
          </a:prstGeom>
          <a:solidFill>
            <a:srgbClr val="FFCC66"/>
          </a:solidFill>
          <a:ln w="38100">
            <a:solidFill>
              <a:srgbClr val="FFC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68F225A5-A10A-4460-B883-E25B832C9B29}"/>
              </a:ext>
            </a:extLst>
          </p:cNvPr>
          <p:cNvGrpSpPr/>
          <p:nvPr/>
        </p:nvGrpSpPr>
        <p:grpSpPr>
          <a:xfrm>
            <a:off x="2195769" y="2478046"/>
            <a:ext cx="1986441" cy="1157847"/>
            <a:chOff x="2195769" y="2478046"/>
            <a:chExt cx="1986441" cy="1157847"/>
          </a:xfrm>
        </p:grpSpPr>
        <p:pic>
          <p:nvPicPr>
            <p:cNvPr id="6" name="Elemento grafico 5" descr="Posta elettronica">
              <a:extLst>
                <a:ext uri="{FF2B5EF4-FFF2-40B4-BE49-F238E27FC236}">
                  <a16:creationId xmlns:a16="http://schemas.microsoft.com/office/drawing/2014/main" id="{BC8C366C-F1E2-43C0-AC98-5D23541DE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34163" y="2478046"/>
              <a:ext cx="709654" cy="709654"/>
            </a:xfrm>
            <a:prstGeom prst="rect">
              <a:avLst/>
            </a:prstGeom>
          </p:spPr>
        </p:pic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1970D9A7-2257-4670-8385-4CE4B4BF9C17}"/>
                </a:ext>
              </a:extLst>
            </p:cNvPr>
            <p:cNvSpPr/>
            <p:nvPr/>
          </p:nvSpPr>
          <p:spPr>
            <a:xfrm>
              <a:off x="2195769" y="3297339"/>
              <a:ext cx="19864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t-IT" sz="16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Subject and Content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2552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45C8F63-2FC0-4C95-872D-D6548DA313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16"/>
          <a:stretch/>
        </p:blipFill>
        <p:spPr>
          <a:xfrm>
            <a:off x="736838" y="1202545"/>
            <a:ext cx="5963533" cy="474549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963637E8-6B26-4046-AF70-19F77BB21B76}"/>
              </a:ext>
            </a:extLst>
          </p:cNvPr>
          <p:cNvSpPr txBox="1"/>
          <p:nvPr/>
        </p:nvSpPr>
        <p:spPr>
          <a:xfrm>
            <a:off x="878608" y="499490"/>
            <a:ext cx="521739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it-IT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defintion</a:t>
            </a:r>
            <a:r>
              <a:rPr lang="it-IT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Alternative Method - </a:t>
            </a:r>
            <a:r>
              <a:rPr lang="it-IT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fn_group2</a:t>
            </a:r>
          </a:p>
          <a:p>
            <a:pPr algn="ctr"/>
            <a:r>
              <a:rPr lang="it-IT" sz="1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it-IT" dirty="0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375ABC30-6F8B-405E-9B86-34023D09A185}"/>
              </a:ext>
            </a:extLst>
          </p:cNvPr>
          <p:cNvSpPr/>
          <p:nvPr/>
        </p:nvSpPr>
        <p:spPr>
          <a:xfrm>
            <a:off x="368302" y="401438"/>
            <a:ext cx="510306" cy="433448"/>
          </a:xfrm>
          <a:prstGeom prst="roundRect">
            <a:avLst/>
          </a:prstGeom>
          <a:solidFill>
            <a:srgbClr val="FFCC66"/>
          </a:solidFill>
          <a:ln w="38100">
            <a:solidFill>
              <a:srgbClr val="FFC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B37EB0F-8A81-4119-A965-3885148DB1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370" y="1246935"/>
            <a:ext cx="4112631" cy="265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953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B92C9405-6547-4437-AE4C-C45B18F9F00A}"/>
              </a:ext>
            </a:extLst>
          </p:cNvPr>
          <p:cNvCxnSpPr>
            <a:cxnSpLocks/>
          </p:cNvCxnSpPr>
          <p:nvPr/>
        </p:nvCxnSpPr>
        <p:spPr>
          <a:xfrm>
            <a:off x="4126948" y="2737341"/>
            <a:ext cx="1782549" cy="0"/>
          </a:xfrm>
          <a:prstGeom prst="straightConnector1">
            <a:avLst/>
          </a:prstGeom>
          <a:ln w="1905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523C678F-E4A4-4698-B444-369352DC2330}"/>
              </a:ext>
            </a:extLst>
          </p:cNvPr>
          <p:cNvCxnSpPr>
            <a:cxnSpLocks/>
          </p:cNvCxnSpPr>
          <p:nvPr/>
        </p:nvCxnSpPr>
        <p:spPr>
          <a:xfrm flipV="1">
            <a:off x="6672044" y="4133212"/>
            <a:ext cx="0" cy="1336686"/>
          </a:xfrm>
          <a:prstGeom prst="straightConnector1">
            <a:avLst/>
          </a:prstGeom>
          <a:ln w="1905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tangolo 19">
            <a:extLst>
              <a:ext uri="{FF2B5EF4-FFF2-40B4-BE49-F238E27FC236}">
                <a16:creationId xmlns:a16="http://schemas.microsoft.com/office/drawing/2014/main" id="{84C393ED-4110-417C-85E0-E2DFA9A1BCCF}"/>
              </a:ext>
            </a:extLst>
          </p:cNvPr>
          <p:cNvSpPr/>
          <p:nvPr/>
        </p:nvSpPr>
        <p:spPr>
          <a:xfrm>
            <a:off x="5922749" y="1341470"/>
            <a:ext cx="1473187" cy="2791742"/>
          </a:xfrm>
          <a:prstGeom prst="rect">
            <a:avLst/>
          </a:prstGeom>
          <a:noFill/>
          <a:ln w="38100">
            <a:solidFill>
              <a:srgbClr val="FFC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7563E237-9817-4E50-8D59-0AD43F1208B7}"/>
              </a:ext>
            </a:extLst>
          </p:cNvPr>
          <p:cNvSpPr/>
          <p:nvPr/>
        </p:nvSpPr>
        <p:spPr>
          <a:xfrm>
            <a:off x="5909497" y="877311"/>
            <a:ext cx="10930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fn_group2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16953615-9D09-4F7B-B4CB-840F11698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174" y="191412"/>
            <a:ext cx="2673547" cy="2016586"/>
          </a:xfrm>
          <a:prstGeom prst="rect">
            <a:avLst/>
          </a:prstGeom>
        </p:spPr>
      </p:pic>
      <p:grpSp>
        <p:nvGrpSpPr>
          <p:cNvPr id="6" name="Gruppo 5">
            <a:extLst>
              <a:ext uri="{FF2B5EF4-FFF2-40B4-BE49-F238E27FC236}">
                <a16:creationId xmlns:a16="http://schemas.microsoft.com/office/drawing/2014/main" id="{BEC90099-6D7E-41D6-BAA2-513EB1EBE867}"/>
              </a:ext>
            </a:extLst>
          </p:cNvPr>
          <p:cNvGrpSpPr/>
          <p:nvPr/>
        </p:nvGrpSpPr>
        <p:grpSpPr>
          <a:xfrm>
            <a:off x="304805" y="195049"/>
            <a:ext cx="3784595" cy="6548650"/>
            <a:chOff x="304805" y="195049"/>
            <a:chExt cx="3784595" cy="6548650"/>
          </a:xfrm>
        </p:grpSpPr>
        <p:grpSp>
          <p:nvGrpSpPr>
            <p:cNvPr id="32" name="Gruppo 31">
              <a:extLst>
                <a:ext uri="{FF2B5EF4-FFF2-40B4-BE49-F238E27FC236}">
                  <a16:creationId xmlns:a16="http://schemas.microsoft.com/office/drawing/2014/main" id="{AE5F5ED7-43B3-4093-B848-63007F7821B0}"/>
                </a:ext>
              </a:extLst>
            </p:cNvPr>
            <p:cNvGrpSpPr/>
            <p:nvPr/>
          </p:nvGrpSpPr>
          <p:grpSpPr>
            <a:xfrm>
              <a:off x="304805" y="195049"/>
              <a:ext cx="3784595" cy="6548650"/>
              <a:chOff x="304805" y="195049"/>
              <a:chExt cx="3784595" cy="6548650"/>
            </a:xfrm>
          </p:grpSpPr>
          <p:pic>
            <p:nvPicPr>
              <p:cNvPr id="5" name="Elemento grafico 4" descr="Posta elettronica">
                <a:extLst>
                  <a:ext uri="{FF2B5EF4-FFF2-40B4-BE49-F238E27FC236}">
                    <a16:creationId xmlns:a16="http://schemas.microsoft.com/office/drawing/2014/main" id="{22A8DFFC-BF4F-465C-8E2D-BDCA28CABA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833347" y="195049"/>
                <a:ext cx="490752" cy="490752"/>
              </a:xfrm>
              <a:prstGeom prst="rect">
                <a:avLst/>
              </a:prstGeom>
            </p:spPr>
          </p:pic>
          <p:pic>
            <p:nvPicPr>
              <p:cNvPr id="7" name="Immagine 6">
                <a:extLst>
                  <a:ext uri="{FF2B5EF4-FFF2-40B4-BE49-F238E27FC236}">
                    <a16:creationId xmlns:a16="http://schemas.microsoft.com/office/drawing/2014/main" id="{1FA4ED4B-F3D0-4B56-AC3E-5DAF0668AC1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185" r="71042" b="9074"/>
              <a:stretch/>
            </p:blipFill>
            <p:spPr>
              <a:xfrm>
                <a:off x="768626" y="1470521"/>
                <a:ext cx="3007352" cy="5008648"/>
              </a:xfrm>
              <a:prstGeom prst="rect">
                <a:avLst/>
              </a:prstGeom>
            </p:spPr>
          </p:pic>
          <p:sp>
            <p:nvSpPr>
              <p:cNvPr id="8" name="Rettangolo 7">
                <a:extLst>
                  <a:ext uri="{FF2B5EF4-FFF2-40B4-BE49-F238E27FC236}">
                    <a16:creationId xmlns:a16="http://schemas.microsoft.com/office/drawing/2014/main" id="{0FA9EE0A-BD1C-4B0E-829E-F59B2F559D47}"/>
                  </a:ext>
                </a:extLst>
              </p:cNvPr>
              <p:cNvSpPr/>
              <p:nvPr/>
            </p:nvSpPr>
            <p:spPr>
              <a:xfrm>
                <a:off x="304805" y="927100"/>
                <a:ext cx="3784595" cy="5816599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</p:grpSp>
        <p:pic>
          <p:nvPicPr>
            <p:cNvPr id="4" name="Immagine 3">
              <a:extLst>
                <a:ext uri="{FF2B5EF4-FFF2-40B4-BE49-F238E27FC236}">
                  <a16:creationId xmlns:a16="http://schemas.microsoft.com/office/drawing/2014/main" id="{182AD580-B2C1-49A7-B192-45AC5ADFFB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349" r="20052" b="30996"/>
            <a:stretch/>
          </p:blipFill>
          <p:spPr>
            <a:xfrm>
              <a:off x="760555" y="1075957"/>
              <a:ext cx="2830214" cy="260067"/>
            </a:xfrm>
            <a:prstGeom prst="rect">
              <a:avLst/>
            </a:prstGeom>
          </p:spPr>
        </p:pic>
      </p:grpSp>
      <p:grpSp>
        <p:nvGrpSpPr>
          <p:cNvPr id="3" name="Gruppo 2">
            <a:extLst>
              <a:ext uri="{FF2B5EF4-FFF2-40B4-BE49-F238E27FC236}">
                <a16:creationId xmlns:a16="http://schemas.microsoft.com/office/drawing/2014/main" id="{175B87DF-E97C-CA7B-47AD-E3B5F54FFCB0}"/>
              </a:ext>
            </a:extLst>
          </p:cNvPr>
          <p:cNvGrpSpPr/>
          <p:nvPr/>
        </p:nvGrpSpPr>
        <p:grpSpPr>
          <a:xfrm>
            <a:off x="4820578" y="5469898"/>
            <a:ext cx="6329776" cy="1255318"/>
            <a:chOff x="763483" y="923739"/>
            <a:chExt cx="6329776" cy="1255318"/>
          </a:xfrm>
        </p:grpSpPr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33F5016F-B467-E32A-ECEF-D78354E68E73}"/>
                </a:ext>
              </a:extLst>
            </p:cNvPr>
            <p:cNvSpPr/>
            <p:nvPr/>
          </p:nvSpPr>
          <p:spPr>
            <a:xfrm>
              <a:off x="763483" y="923739"/>
              <a:ext cx="6329776" cy="1255318"/>
            </a:xfrm>
            <a:prstGeom prst="rect">
              <a:avLst/>
            </a:prstGeom>
            <a:noFill/>
            <a:ln w="38100">
              <a:solidFill>
                <a:srgbClr val="33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CDA241E5-34BC-7F8C-27B0-A553FE860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03831" y="987728"/>
              <a:ext cx="5920752" cy="1127340"/>
            </a:xfrm>
            <a:prstGeom prst="rect">
              <a:avLst/>
            </a:prstGeom>
          </p:spPr>
        </p:pic>
      </p:grp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8B6CFDF-9BB4-E000-937B-6D04CC170647}"/>
              </a:ext>
            </a:extLst>
          </p:cNvPr>
          <p:cNvSpPr txBox="1"/>
          <p:nvPr/>
        </p:nvSpPr>
        <p:spPr>
          <a:xfrm>
            <a:off x="6471823" y="2547891"/>
            <a:ext cx="41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92865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59878CA-F6BA-43F6-8AA7-708879D01B31}"/>
              </a:ext>
            </a:extLst>
          </p:cNvPr>
          <p:cNvSpPr txBox="1"/>
          <p:nvPr/>
        </p:nvSpPr>
        <p:spPr>
          <a:xfrm>
            <a:off x="3898587" y="279808"/>
            <a:ext cx="7620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it-IT" sz="3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Program</a:t>
            </a: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A6A4C2B1-09DA-4BB5-B818-91C2BFFD91AE}"/>
              </a:ext>
            </a:extLst>
          </p:cNvPr>
          <p:cNvGrpSpPr/>
          <p:nvPr/>
        </p:nvGrpSpPr>
        <p:grpSpPr>
          <a:xfrm>
            <a:off x="119268" y="1205948"/>
            <a:ext cx="11688417" cy="5372244"/>
            <a:chOff x="0" y="1205948"/>
            <a:chExt cx="11688417" cy="5372244"/>
          </a:xfrm>
        </p:grpSpPr>
        <p:pic>
          <p:nvPicPr>
            <p:cNvPr id="3" name="Immagine 2">
              <a:extLst>
                <a:ext uri="{FF2B5EF4-FFF2-40B4-BE49-F238E27FC236}">
                  <a16:creationId xmlns:a16="http://schemas.microsoft.com/office/drawing/2014/main" id="{BFF92660-5950-4D11-8BD6-9AE3A45D34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17887"/>
            <a:stretch/>
          </p:blipFill>
          <p:spPr>
            <a:xfrm>
              <a:off x="0" y="1460304"/>
              <a:ext cx="5925954" cy="4542931"/>
            </a:xfrm>
            <a:prstGeom prst="rect">
              <a:avLst/>
            </a:prstGeom>
          </p:spPr>
        </p:pic>
        <p:pic>
          <p:nvPicPr>
            <p:cNvPr id="4" name="Immagine 3">
              <a:extLst>
                <a:ext uri="{FF2B5EF4-FFF2-40B4-BE49-F238E27FC236}">
                  <a16:creationId xmlns:a16="http://schemas.microsoft.com/office/drawing/2014/main" id="{B850F043-967A-4CEE-BB7B-36EC469A6E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289"/>
            <a:stretch/>
          </p:blipFill>
          <p:spPr>
            <a:xfrm>
              <a:off x="6096000" y="1460304"/>
              <a:ext cx="5422590" cy="4794722"/>
            </a:xfrm>
            <a:prstGeom prst="rect">
              <a:avLst/>
            </a:prstGeom>
          </p:spPr>
        </p:pic>
        <p:sp>
          <p:nvSpPr>
            <p:cNvPr id="6" name="Rettangolo 5">
              <a:extLst>
                <a:ext uri="{FF2B5EF4-FFF2-40B4-BE49-F238E27FC236}">
                  <a16:creationId xmlns:a16="http://schemas.microsoft.com/office/drawing/2014/main" id="{693B7F60-B378-4F7E-BF6F-154E3BF61D15}"/>
                </a:ext>
              </a:extLst>
            </p:cNvPr>
            <p:cNvSpPr/>
            <p:nvPr/>
          </p:nvSpPr>
          <p:spPr>
            <a:xfrm>
              <a:off x="92765" y="1205948"/>
              <a:ext cx="11595652" cy="5372244"/>
            </a:xfrm>
            <a:prstGeom prst="rect">
              <a:avLst/>
            </a:prstGeom>
            <a:noFill/>
            <a:ln w="38100">
              <a:solidFill>
                <a:srgbClr val="2D8E8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122808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5619F90A-570F-45CE-9B3F-3363BDEC1A21}"/>
              </a:ext>
            </a:extLst>
          </p:cNvPr>
          <p:cNvSpPr txBox="1"/>
          <p:nvPr/>
        </p:nvSpPr>
        <p:spPr>
          <a:xfrm>
            <a:off x="4452727" y="592888"/>
            <a:ext cx="7620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it-IT" sz="36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4D3FFF62-9D53-4B0E-9CE6-07998CFC6606}"/>
              </a:ext>
            </a:extLst>
          </p:cNvPr>
          <p:cNvGrpSpPr/>
          <p:nvPr/>
        </p:nvGrpSpPr>
        <p:grpSpPr>
          <a:xfrm>
            <a:off x="2809462" y="1736035"/>
            <a:ext cx="6016488" cy="4717461"/>
            <a:chOff x="2769705" y="1656522"/>
            <a:chExt cx="6016488" cy="4717461"/>
          </a:xfrm>
        </p:grpSpPr>
        <p:pic>
          <p:nvPicPr>
            <p:cNvPr id="4" name="Immagine 3">
              <a:extLst>
                <a:ext uri="{FF2B5EF4-FFF2-40B4-BE49-F238E27FC236}">
                  <a16:creationId xmlns:a16="http://schemas.microsoft.com/office/drawing/2014/main" id="{B1DB92C0-D8CD-4984-838C-4F467C4F82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391" t="27053" r="55217" b="25797"/>
            <a:stretch/>
          </p:blipFill>
          <p:spPr>
            <a:xfrm>
              <a:off x="3021495" y="2013707"/>
              <a:ext cx="4969565" cy="4069040"/>
            </a:xfrm>
            <a:prstGeom prst="rect">
              <a:avLst/>
            </a:prstGeom>
          </p:spPr>
        </p:pic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EE1CAC7E-CFFA-4371-9C38-B3A6D3931D6C}"/>
                </a:ext>
              </a:extLst>
            </p:cNvPr>
            <p:cNvSpPr/>
            <p:nvPr/>
          </p:nvSpPr>
          <p:spPr>
            <a:xfrm>
              <a:off x="2769705" y="1656522"/>
              <a:ext cx="6016488" cy="4717461"/>
            </a:xfrm>
            <a:prstGeom prst="rect">
              <a:avLst/>
            </a:prstGeom>
            <a:noFill/>
            <a:ln w="38100">
              <a:solidFill>
                <a:srgbClr val="FFC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193081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Microsoft Office PowerPoint</Application>
  <PresentationFormat>Widescreen</PresentationFormat>
  <Paragraphs>72</Paragraphs>
  <Slides>23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Simon</dc:creator>
  <cp:lastModifiedBy>Tommaso Fiori - tommaso.fiori2@studio.unibo.it</cp:lastModifiedBy>
  <cp:revision>161</cp:revision>
  <dcterms:created xsi:type="dcterms:W3CDTF">2023-11-11T18:24:15Z</dcterms:created>
  <dcterms:modified xsi:type="dcterms:W3CDTF">2024-02-07T10:00:03Z</dcterms:modified>
</cp:coreProperties>
</file>